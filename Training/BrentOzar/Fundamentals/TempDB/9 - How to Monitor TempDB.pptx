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58" r:id="rId1"/>
  </p:sldMasterIdLst>
  <p:notesMasterIdLst>
    <p:notesMasterId r:id="rId8"/>
  </p:notesMasterIdLst>
  <p:handoutMasterIdLst>
    <p:handoutMasterId r:id="rId9"/>
  </p:handoutMasterIdLst>
  <p:sldIdLst>
    <p:sldId id="256" r:id="rId2"/>
    <p:sldId id="257" r:id="rId3"/>
    <p:sldId id="391" r:id="rId4"/>
    <p:sldId id="392" r:id="rId5"/>
    <p:sldId id="393" r:id="rId6"/>
    <p:sldId id="383" r:id="rId7"/>
  </p:sldIdLst>
  <p:sldSz cx="9144000" cy="5143500" type="screen16x9"/>
  <p:notesSz cx="6858000" cy="9144000"/>
  <p:defaultTextStyle>
    <a:defPPr>
      <a:defRPr lang="en-US"/>
    </a:defPPr>
    <a:lvl1pPr marL="0" algn="l" defTabSz="457177" rtl="0" eaLnBrk="1" latinLnBrk="0" hangingPunct="1">
      <a:defRPr sz="1800" kern="1200">
        <a:solidFill>
          <a:schemeClr val="tx1"/>
        </a:solidFill>
        <a:latin typeface="+mn-lt"/>
        <a:ea typeface="+mn-ea"/>
        <a:cs typeface="+mn-cs"/>
      </a:defRPr>
    </a:lvl1pPr>
    <a:lvl2pPr marL="457177" algn="l" defTabSz="457177" rtl="0" eaLnBrk="1" latinLnBrk="0" hangingPunct="1">
      <a:defRPr sz="1800" kern="1200">
        <a:solidFill>
          <a:schemeClr val="tx1"/>
        </a:solidFill>
        <a:latin typeface="+mn-lt"/>
        <a:ea typeface="+mn-ea"/>
        <a:cs typeface="+mn-cs"/>
      </a:defRPr>
    </a:lvl2pPr>
    <a:lvl3pPr marL="914353" algn="l" defTabSz="457177" rtl="0" eaLnBrk="1" latinLnBrk="0" hangingPunct="1">
      <a:defRPr sz="1800" kern="1200">
        <a:solidFill>
          <a:schemeClr val="tx1"/>
        </a:solidFill>
        <a:latin typeface="+mn-lt"/>
        <a:ea typeface="+mn-ea"/>
        <a:cs typeface="+mn-cs"/>
      </a:defRPr>
    </a:lvl3pPr>
    <a:lvl4pPr marL="1371530" algn="l" defTabSz="457177" rtl="0" eaLnBrk="1" latinLnBrk="0" hangingPunct="1">
      <a:defRPr sz="1800" kern="1200">
        <a:solidFill>
          <a:schemeClr val="tx1"/>
        </a:solidFill>
        <a:latin typeface="+mn-lt"/>
        <a:ea typeface="+mn-ea"/>
        <a:cs typeface="+mn-cs"/>
      </a:defRPr>
    </a:lvl4pPr>
    <a:lvl5pPr marL="1828706" algn="l" defTabSz="457177" rtl="0" eaLnBrk="1" latinLnBrk="0" hangingPunct="1">
      <a:defRPr sz="1800" kern="1200">
        <a:solidFill>
          <a:schemeClr val="tx1"/>
        </a:solidFill>
        <a:latin typeface="+mn-lt"/>
        <a:ea typeface="+mn-ea"/>
        <a:cs typeface="+mn-cs"/>
      </a:defRPr>
    </a:lvl5pPr>
    <a:lvl6pPr marL="2285883" algn="l" defTabSz="457177" rtl="0" eaLnBrk="1" latinLnBrk="0" hangingPunct="1">
      <a:defRPr sz="1800" kern="1200">
        <a:solidFill>
          <a:schemeClr val="tx1"/>
        </a:solidFill>
        <a:latin typeface="+mn-lt"/>
        <a:ea typeface="+mn-ea"/>
        <a:cs typeface="+mn-cs"/>
      </a:defRPr>
    </a:lvl6pPr>
    <a:lvl7pPr marL="2743060" algn="l" defTabSz="457177" rtl="0" eaLnBrk="1" latinLnBrk="0" hangingPunct="1">
      <a:defRPr sz="1800" kern="1200">
        <a:solidFill>
          <a:schemeClr val="tx1"/>
        </a:solidFill>
        <a:latin typeface="+mn-lt"/>
        <a:ea typeface="+mn-ea"/>
        <a:cs typeface="+mn-cs"/>
      </a:defRPr>
    </a:lvl7pPr>
    <a:lvl8pPr marL="3200236" algn="l" defTabSz="457177" rtl="0" eaLnBrk="1" latinLnBrk="0" hangingPunct="1">
      <a:defRPr sz="1800" kern="1200">
        <a:solidFill>
          <a:schemeClr val="tx1"/>
        </a:solidFill>
        <a:latin typeface="+mn-lt"/>
        <a:ea typeface="+mn-ea"/>
        <a:cs typeface="+mn-cs"/>
      </a:defRPr>
    </a:lvl8pPr>
    <a:lvl9pPr marL="3657413" algn="l" defTabSz="457177"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showAnimation="0"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555"/>
    <p:restoredTop sz="96327"/>
  </p:normalViewPr>
  <p:slideViewPr>
    <p:cSldViewPr snapToGrid="0" snapToObjects="1">
      <p:cViewPr varScale="1">
        <p:scale>
          <a:sx n="171" d="100"/>
          <a:sy n="171" d="100"/>
        </p:scale>
        <p:origin x="336" y="168"/>
      </p:cViewPr>
      <p:guideLst/>
    </p:cSldViewPr>
  </p:slideViewPr>
  <p:notesTextViewPr>
    <p:cViewPr>
      <p:scale>
        <a:sx n="1" d="1"/>
        <a:sy n="1" d="1"/>
      </p:scale>
      <p:origin x="0" y="0"/>
    </p:cViewPr>
  </p:notesTextViewPr>
  <p:notesViewPr>
    <p:cSldViewPr snapToGrid="0" snapToObjects="1">
      <p:cViewPr varScale="1">
        <p:scale>
          <a:sx n="94" d="100"/>
          <a:sy n="94" d="100"/>
        </p:scale>
        <p:origin x="4392" y="19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A6B6E8A-C3F0-1B4F-8B12-A0E18C10C71C}"/>
              </a:ext>
            </a:extLst>
          </p:cNvPr>
          <p:cNvSpPr>
            <a:spLocks noGrp="1"/>
          </p:cNvSpPr>
          <p:nvPr>
            <p:ph type="hdr" sz="quarter"/>
          </p:nvPr>
        </p:nvSpPr>
        <p:spPr>
          <a:xfrm>
            <a:off x="-1" y="0"/>
            <a:ext cx="3884613" cy="458788"/>
          </a:xfrm>
          <a:prstGeom prst="rect">
            <a:avLst/>
          </a:prstGeom>
        </p:spPr>
        <p:txBody>
          <a:bodyPr vert="horz" lIns="91440" tIns="45720" rIns="91440" bIns="45720" rtlCol="0"/>
          <a:lstStyle>
            <a:lvl1pPr algn="l">
              <a:defRPr sz="1200"/>
            </a:lvl1pPr>
          </a:lstStyle>
          <a:p>
            <a:endParaRPr lang="en-US" sz="1100" dirty="0">
              <a:latin typeface="Sweet Sans Pro" panose="02000000000000000000" pitchFamily="2" charset="77"/>
              <a:cs typeface="Sweet Sans Pro" panose="02000000000000000000" pitchFamily="2" charset="77"/>
            </a:endParaRPr>
          </a:p>
        </p:txBody>
      </p:sp>
      <p:sp>
        <p:nvSpPr>
          <p:cNvPr id="3" name="Date Placeholder 2">
            <a:extLst>
              <a:ext uri="{FF2B5EF4-FFF2-40B4-BE49-F238E27FC236}">
                <a16:creationId xmlns:a16="http://schemas.microsoft.com/office/drawing/2014/main" id="{4CE67A78-43E8-A746-9B89-506FCCD837E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endParaRPr lang="en-US" sz="1100" dirty="0">
              <a:latin typeface="Sweet Sans Pro" panose="02000000000000000000" pitchFamily="2" charset="77"/>
              <a:cs typeface="Sweet Sans Pro" panose="02000000000000000000" pitchFamily="2" charset="77"/>
            </a:endParaRPr>
          </a:p>
        </p:txBody>
      </p:sp>
      <p:sp>
        <p:nvSpPr>
          <p:cNvPr id="4" name="Footer Placeholder 3">
            <a:extLst>
              <a:ext uri="{FF2B5EF4-FFF2-40B4-BE49-F238E27FC236}">
                <a16:creationId xmlns:a16="http://schemas.microsoft.com/office/drawing/2014/main" id="{CB528522-5E11-154F-8885-0368A4A5DF57}"/>
              </a:ext>
            </a:extLst>
          </p:cNvPr>
          <p:cNvSpPr>
            <a:spLocks noGrp="1"/>
          </p:cNvSpPr>
          <p:nvPr>
            <p:ph type="ftr" sz="quarter" idx="2"/>
          </p:nvPr>
        </p:nvSpPr>
        <p:spPr>
          <a:xfrm>
            <a:off x="0" y="8685213"/>
            <a:ext cx="3884612" cy="458787"/>
          </a:xfrm>
          <a:prstGeom prst="rect">
            <a:avLst/>
          </a:prstGeom>
        </p:spPr>
        <p:txBody>
          <a:bodyPr vert="horz" lIns="91440" tIns="45720" rIns="91440" bIns="45720" rtlCol="0" anchor="b"/>
          <a:lstStyle>
            <a:lvl1pPr algn="l">
              <a:defRPr sz="1200"/>
            </a:lvl1pPr>
          </a:lstStyle>
          <a:p>
            <a:r>
              <a:rPr lang="en-US" sz="1100" dirty="0">
                <a:latin typeface="Sweet Sans Pro" panose="02000000000000000000" pitchFamily="2" charset="77"/>
                <a:cs typeface="Sweet Sans Pro" panose="02000000000000000000" pitchFamily="2" charset="77"/>
              </a:rPr>
              <a:t>© Brent Ozar Unlimited®. All rights reserved.</a:t>
            </a:r>
          </a:p>
        </p:txBody>
      </p:sp>
      <p:sp>
        <p:nvSpPr>
          <p:cNvPr id="5" name="Slide Number Placeholder 4">
            <a:extLst>
              <a:ext uri="{FF2B5EF4-FFF2-40B4-BE49-F238E27FC236}">
                <a16:creationId xmlns:a16="http://schemas.microsoft.com/office/drawing/2014/main" id="{0723EDAA-D78F-B348-B99B-C50F73D3C90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F8FFCEA-A9DA-664C-A3EA-A880689BF07D}" type="slidenum">
              <a:rPr lang="en-US" sz="1100" smtClean="0">
                <a:latin typeface="Sweet Sans Pro" panose="02000000000000000000" pitchFamily="2" charset="77"/>
                <a:cs typeface="Sweet Sans Pro" panose="02000000000000000000" pitchFamily="2" charset="77"/>
              </a:rPr>
              <a:t>‹#›</a:t>
            </a:fld>
            <a:endParaRPr lang="en-US" sz="1100">
              <a:latin typeface="Sweet Sans Pro" panose="02000000000000000000" pitchFamily="2" charset="77"/>
              <a:cs typeface="Sweet Sans Pro" panose="02000000000000000000" pitchFamily="2" charset="77"/>
            </a:endParaRPr>
          </a:p>
        </p:txBody>
      </p:sp>
    </p:spTree>
    <p:extLst>
      <p:ext uri="{BB962C8B-B14F-4D97-AF65-F5344CB8AC3E}">
        <p14:creationId xmlns:p14="http://schemas.microsoft.com/office/powerpoint/2010/main" val="1664709513"/>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884612" cy="458788"/>
          </a:xfrm>
          <a:prstGeom prst="rect">
            <a:avLst/>
          </a:prstGeom>
        </p:spPr>
        <p:txBody>
          <a:bodyPr vert="horz" lIns="91440" tIns="45720" rIns="91440" bIns="45720" rtlCol="0"/>
          <a:lstStyle>
            <a:lvl1pPr algn="l">
              <a:defRPr sz="1100">
                <a:latin typeface="Sweet Sans Pro" panose="02000000000000000000" pitchFamily="2" charset="77"/>
                <a:cs typeface="Sweet Sans Pro" panose="02000000000000000000" pitchFamily="2" charset="77"/>
              </a:defRPr>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100">
                <a:latin typeface="Sweet Sans Pro" panose="02000000000000000000" pitchFamily="2" charset="77"/>
                <a:cs typeface="Sweet Sans Pro" panose="02000000000000000000" pitchFamily="2" charset="77"/>
              </a:defRPr>
            </a:lvl1pPr>
          </a:lstStyle>
          <a:p>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1" y="8685213"/>
            <a:ext cx="3884613" cy="458787"/>
          </a:xfrm>
          <a:prstGeom prst="rect">
            <a:avLst/>
          </a:prstGeom>
        </p:spPr>
        <p:txBody>
          <a:bodyPr vert="horz" lIns="91440" tIns="45720" rIns="91440" bIns="45720" rtlCol="0" anchor="b"/>
          <a:lstStyle>
            <a:lvl1pPr algn="l">
              <a:defRPr sz="1100">
                <a:latin typeface="Sweet Sans Pro" panose="02000000000000000000" pitchFamily="2" charset="77"/>
                <a:cs typeface="Sweet Sans Pro" panose="02000000000000000000" pitchFamily="2" charset="77"/>
              </a:defRPr>
            </a:lvl1pPr>
          </a:lstStyle>
          <a:p>
            <a:r>
              <a:rPr lang="en-US" dirty="0"/>
              <a:t>© Brent Ozar Unlimited®. All rights reserved.</a:t>
            </a: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100">
                <a:latin typeface="Sweet Sans Pro" panose="02000000000000000000" pitchFamily="2" charset="77"/>
                <a:cs typeface="Sweet Sans Pro" panose="02000000000000000000" pitchFamily="2" charset="77"/>
              </a:defRPr>
            </a:lvl1pPr>
          </a:lstStyle>
          <a:p>
            <a:fld id="{C4767DB2-5366-EA4D-AE74-A694FD874F5B}" type="slidenum">
              <a:rPr lang="en-US" smtClean="0"/>
              <a:pPr/>
              <a:t>‹#›</a:t>
            </a:fld>
            <a:endParaRPr lang="en-US"/>
          </a:p>
        </p:txBody>
      </p:sp>
    </p:spTree>
    <p:extLst>
      <p:ext uri="{BB962C8B-B14F-4D97-AF65-F5344CB8AC3E}">
        <p14:creationId xmlns:p14="http://schemas.microsoft.com/office/powerpoint/2010/main" val="3373282955"/>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b="0" i="0" kern="1200">
        <a:solidFill>
          <a:schemeClr val="tx1"/>
        </a:solidFill>
        <a:latin typeface="Sweet Sans Pro" panose="02000000000000000000" pitchFamily="2" charset="77"/>
        <a:ea typeface="+mn-ea"/>
        <a:cs typeface="+mn-cs"/>
      </a:defRPr>
    </a:lvl1pPr>
    <a:lvl2pPr marL="457200" algn="l" defTabSz="914400" rtl="0" eaLnBrk="1" latinLnBrk="0" hangingPunct="1">
      <a:defRPr sz="1200" b="0" i="0" kern="1200">
        <a:solidFill>
          <a:schemeClr val="tx1"/>
        </a:solidFill>
        <a:latin typeface="Sweet Sans Pro" panose="02000000000000000000" pitchFamily="2" charset="77"/>
        <a:ea typeface="+mn-ea"/>
        <a:cs typeface="+mn-cs"/>
      </a:defRPr>
    </a:lvl2pPr>
    <a:lvl3pPr marL="914400" algn="l" defTabSz="914400" rtl="0" eaLnBrk="1" latinLnBrk="0" hangingPunct="1">
      <a:defRPr sz="1200" b="0" i="0" kern="1200">
        <a:solidFill>
          <a:schemeClr val="tx1"/>
        </a:solidFill>
        <a:latin typeface="Sweet Sans Pro" panose="02000000000000000000" pitchFamily="2" charset="77"/>
        <a:ea typeface="+mn-ea"/>
        <a:cs typeface="+mn-cs"/>
      </a:defRPr>
    </a:lvl3pPr>
    <a:lvl4pPr marL="1371600" algn="l" defTabSz="914400" rtl="0" eaLnBrk="1" latinLnBrk="0" hangingPunct="1">
      <a:defRPr sz="1200" b="0" i="0" kern="1200">
        <a:solidFill>
          <a:schemeClr val="tx1"/>
        </a:solidFill>
        <a:latin typeface="Sweet Sans Pro" panose="02000000000000000000" pitchFamily="2" charset="77"/>
        <a:ea typeface="+mn-ea"/>
        <a:cs typeface="+mn-cs"/>
      </a:defRPr>
    </a:lvl4pPr>
    <a:lvl5pPr marL="1828800" algn="l" defTabSz="914400" rtl="0" eaLnBrk="1" latinLnBrk="0" hangingPunct="1">
      <a:defRPr sz="1200" b="0" i="0" kern="1200">
        <a:solidFill>
          <a:schemeClr val="tx1"/>
        </a:solidFill>
        <a:latin typeface="Sweet Sans Pro" panose="02000000000000000000" pitchFamily="2" charset="77"/>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4767DB2-5366-EA4D-AE74-A694FD874F5B}" type="slidenum">
              <a:rPr lang="en-US" smtClean="0"/>
              <a:pPr/>
              <a:t>1</a:t>
            </a:fld>
            <a:endParaRPr lang="en-US"/>
          </a:p>
        </p:txBody>
      </p:sp>
      <p:sp>
        <p:nvSpPr>
          <p:cNvPr id="5" name="Footer Placeholder 4">
            <a:extLst>
              <a:ext uri="{FF2B5EF4-FFF2-40B4-BE49-F238E27FC236}">
                <a16:creationId xmlns:a16="http://schemas.microsoft.com/office/drawing/2014/main" id="{E4844729-2400-4641-A158-A658ADE3A084}"/>
              </a:ext>
            </a:extLst>
          </p:cNvPr>
          <p:cNvSpPr>
            <a:spLocks noGrp="1"/>
          </p:cNvSpPr>
          <p:nvPr>
            <p:ph type="ftr" sz="quarter" idx="4"/>
          </p:nvPr>
        </p:nvSpPr>
        <p:spPr/>
        <p:txBody>
          <a:bodyPr/>
          <a:lstStyle/>
          <a:p>
            <a:r>
              <a:rPr lang="en-US"/>
              <a:t>© Brent Ozar Unlimited®. All rights reserved.</a:t>
            </a:r>
            <a:endParaRPr lang="en-US" dirty="0"/>
          </a:p>
        </p:txBody>
      </p:sp>
    </p:spTree>
    <p:extLst>
      <p:ext uri="{BB962C8B-B14F-4D97-AF65-F5344CB8AC3E}">
        <p14:creationId xmlns:p14="http://schemas.microsoft.com/office/powerpoint/2010/main" val="127906108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4767DB2-5366-EA4D-AE74-A694FD874F5B}" type="slidenum">
              <a:rPr lang="en-US" smtClean="0"/>
              <a:pPr/>
              <a:t>2</a:t>
            </a:fld>
            <a:endParaRPr lang="en-US"/>
          </a:p>
        </p:txBody>
      </p:sp>
      <p:sp>
        <p:nvSpPr>
          <p:cNvPr id="5" name="Footer Placeholder 4">
            <a:extLst>
              <a:ext uri="{FF2B5EF4-FFF2-40B4-BE49-F238E27FC236}">
                <a16:creationId xmlns:a16="http://schemas.microsoft.com/office/drawing/2014/main" id="{FBB97F13-3FDA-534F-8714-AD18FC6E88E5}"/>
              </a:ext>
            </a:extLst>
          </p:cNvPr>
          <p:cNvSpPr>
            <a:spLocks noGrp="1"/>
          </p:cNvSpPr>
          <p:nvPr>
            <p:ph type="ftr" sz="quarter" idx="4"/>
          </p:nvPr>
        </p:nvSpPr>
        <p:spPr/>
        <p:txBody>
          <a:bodyPr/>
          <a:lstStyle/>
          <a:p>
            <a:r>
              <a:rPr lang="en-US"/>
              <a:t>© Brent Ozar Unlimited®. All rights reserved.</a:t>
            </a:r>
            <a:endParaRPr lang="en-US" dirty="0"/>
          </a:p>
        </p:txBody>
      </p:sp>
    </p:spTree>
    <p:extLst>
      <p:ext uri="{BB962C8B-B14F-4D97-AF65-F5344CB8AC3E}">
        <p14:creationId xmlns:p14="http://schemas.microsoft.com/office/powerpoint/2010/main" val="132619474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2567940-3C59-F34F-A77C-A6D28C6358A3}" type="slidenum">
              <a:rPr lang="en-US" smtClean="0"/>
              <a:pPr/>
              <a:t>5</a:t>
            </a:fld>
            <a:endParaRPr lang="en-US"/>
          </a:p>
        </p:txBody>
      </p:sp>
      <p:sp>
        <p:nvSpPr>
          <p:cNvPr id="5" name="Footer Placeholder 4">
            <a:extLst>
              <a:ext uri="{FF2B5EF4-FFF2-40B4-BE49-F238E27FC236}">
                <a16:creationId xmlns:a16="http://schemas.microsoft.com/office/drawing/2014/main" id="{F195990A-1BFB-2A49-AF54-342D163DF47C}"/>
              </a:ext>
            </a:extLst>
          </p:cNvPr>
          <p:cNvSpPr>
            <a:spLocks noGrp="1"/>
          </p:cNvSpPr>
          <p:nvPr>
            <p:ph type="ftr" sz="quarter" idx="4"/>
          </p:nvPr>
        </p:nvSpPr>
        <p:spPr/>
        <p:txBody>
          <a:bodyPr/>
          <a:lstStyle/>
          <a:p>
            <a:r>
              <a:rPr lang="en-US"/>
              <a:t>© 2020 Brent Ozar Unlimited. All rights reserved.</a:t>
            </a:r>
            <a:endParaRPr lang="en-US" dirty="0"/>
          </a:p>
        </p:txBody>
      </p:sp>
    </p:spTree>
    <p:extLst>
      <p:ext uri="{BB962C8B-B14F-4D97-AF65-F5344CB8AC3E}">
        <p14:creationId xmlns:p14="http://schemas.microsoft.com/office/powerpoint/2010/main" val="153152173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2567940-3C59-F34F-A77C-A6D28C6358A3}" type="slidenum">
              <a:rPr lang="en-US" smtClean="0"/>
              <a:pPr/>
              <a:t>6</a:t>
            </a:fld>
            <a:endParaRPr lang="en-US"/>
          </a:p>
        </p:txBody>
      </p:sp>
      <p:sp>
        <p:nvSpPr>
          <p:cNvPr id="5" name="Footer Placeholder 4">
            <a:extLst>
              <a:ext uri="{FF2B5EF4-FFF2-40B4-BE49-F238E27FC236}">
                <a16:creationId xmlns:a16="http://schemas.microsoft.com/office/drawing/2014/main" id="{640D1FEB-CB5C-3A46-88A8-74FF24EF64E2}"/>
              </a:ext>
            </a:extLst>
          </p:cNvPr>
          <p:cNvSpPr>
            <a:spLocks noGrp="1"/>
          </p:cNvSpPr>
          <p:nvPr>
            <p:ph type="ftr" sz="quarter" idx="4"/>
          </p:nvPr>
        </p:nvSpPr>
        <p:spPr/>
        <p:txBody>
          <a:bodyPr/>
          <a:lstStyle/>
          <a:p>
            <a:r>
              <a:rPr lang="en-US"/>
              <a:t>© 2020 Brent Ozar Unlimited. All rights reserved.</a:t>
            </a:r>
            <a:endParaRPr lang="en-US" dirty="0"/>
          </a:p>
        </p:txBody>
      </p:sp>
    </p:spTree>
    <p:extLst>
      <p:ext uri="{BB962C8B-B14F-4D97-AF65-F5344CB8AC3E}">
        <p14:creationId xmlns:p14="http://schemas.microsoft.com/office/powerpoint/2010/main" val="174379271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bg>
      <p:bgPr>
        <a:blipFill dpi="0" rotWithShape="1">
          <a:blip r:embed="rId2"/>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22843" y="2964386"/>
            <a:ext cx="8054379" cy="435323"/>
          </a:xfrm>
        </p:spPr>
        <p:txBody>
          <a:bodyPr/>
          <a:lstStyle>
            <a:lvl1pPr>
              <a:defRPr>
                <a:solidFill>
                  <a:schemeClr val="bg1"/>
                </a:solidFill>
              </a:defRPr>
            </a:lvl1pPr>
          </a:lstStyle>
          <a:p>
            <a:r>
              <a:rPr lang="en-US"/>
              <a:t>Click to edit Master title style</a:t>
            </a:r>
            <a:endParaRPr lang="en-US" dirty="0"/>
          </a:p>
        </p:txBody>
      </p:sp>
      <p:sp>
        <p:nvSpPr>
          <p:cNvPr id="6" name="Content Placeholder 5"/>
          <p:cNvSpPr>
            <a:spLocks noGrp="1"/>
          </p:cNvSpPr>
          <p:nvPr>
            <p:ph sz="quarter" idx="10"/>
          </p:nvPr>
        </p:nvSpPr>
        <p:spPr>
          <a:xfrm>
            <a:off x="523289" y="3821150"/>
            <a:ext cx="8054379" cy="1155939"/>
          </a:xfrm>
        </p:spPr>
        <p:txBody>
          <a:bodyPr>
            <a:normAutofit/>
          </a:bodyPr>
          <a:lstStyle>
            <a:lvl1pPr>
              <a:defRPr>
                <a:solidFill>
                  <a:srgbClr val="FF0000"/>
                </a:solidFill>
              </a:defRPr>
            </a:lvl1pPr>
            <a:lvl2pPr>
              <a:defRPr>
                <a:solidFill>
                  <a:srgbClr val="FF0000"/>
                </a:solidFill>
              </a:defRPr>
            </a:lvl2pPr>
            <a:lvl3pPr>
              <a:defRPr>
                <a:solidFill>
                  <a:srgbClr val="FF0000"/>
                </a:solidFill>
              </a:defRPr>
            </a:lvl3pPr>
            <a:lvl4pPr>
              <a:defRPr>
                <a:solidFill>
                  <a:srgbClr val="FF0000"/>
                </a:solidFill>
              </a:defRPr>
            </a:lvl4pPr>
            <a:lvl5pPr>
              <a:defRPr>
                <a:solidFill>
                  <a:srgbClr val="FF000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295440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Bio Slide">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lgn="l" rtl="0" eaLnBrk="1" fontAlgn="base" hangingPunct="1">
              <a:spcBef>
                <a:spcPct val="0"/>
              </a:spcBef>
              <a:spcAft>
                <a:spcPct val="0"/>
              </a:spcAft>
              <a:defRPr lang="en-US" sz="3400" b="0" i="0" baseline="0" dirty="0">
                <a:solidFill>
                  <a:srgbClr val="ED1C24"/>
                </a:solidFill>
                <a:latin typeface="Sweet Sans Pro Medium" panose="02000000000000000000" pitchFamily="2" charset="77"/>
                <a:ea typeface="+mj-ea"/>
                <a:cs typeface="Sweet Sans Pro Medium" panose="02000000000000000000" pitchFamily="2" charset="77"/>
                <a:sym typeface="SweetSansPro Medium" charset="0"/>
              </a:defRPr>
            </a:lvl1pPr>
          </a:lstStyle>
          <a:p>
            <a:r>
              <a:rPr lang="en-US" dirty="0"/>
              <a:t>Your Name Goes Here</a:t>
            </a:r>
          </a:p>
        </p:txBody>
      </p:sp>
    </p:spTree>
    <p:extLst>
      <p:ext uri="{BB962C8B-B14F-4D97-AF65-F5344CB8AC3E}">
        <p14:creationId xmlns:p14="http://schemas.microsoft.com/office/powerpoint/2010/main" val="8297438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lang="en-US" sz="3400" b="0" i="0" baseline="0" dirty="0">
                <a:solidFill>
                  <a:srgbClr val="ED1C24"/>
                </a:solidFill>
                <a:latin typeface="Sweet Sans Pro Medium" panose="02000000000000000000" pitchFamily="2" charset="77"/>
                <a:ea typeface="+mj-ea"/>
                <a:cs typeface="Sweet Sans Pro Medium" panose="02000000000000000000" pitchFamily="2" charset="77"/>
                <a:sym typeface="SweetSansPro Medium" charset="0"/>
              </a:defRPr>
            </a:lvl1pPr>
          </a:lstStyle>
          <a:p>
            <a:r>
              <a:rPr lang="en-US" dirty="0"/>
              <a:t>Title Only</a:t>
            </a:r>
          </a:p>
        </p:txBody>
      </p:sp>
    </p:spTree>
    <p:extLst>
      <p:ext uri="{BB962C8B-B14F-4D97-AF65-F5344CB8AC3E}">
        <p14:creationId xmlns:p14="http://schemas.microsoft.com/office/powerpoint/2010/main" val="21981933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lvl1pPr marL="0" marR="0" indent="0" algn="l" defTabSz="642849" rtl="0" eaLnBrk="1" fontAlgn="base" latinLnBrk="0" hangingPunct="1">
              <a:lnSpc>
                <a:spcPct val="100000"/>
              </a:lnSpc>
              <a:spcBef>
                <a:spcPts val="1687"/>
              </a:spcBef>
              <a:spcAft>
                <a:spcPts val="0"/>
              </a:spcAft>
              <a:buClrTx/>
              <a:buSzTx/>
              <a:buFont typeface="Arial"/>
              <a:buNone/>
              <a:tabLst>
                <a:tab pos="81473" algn="l"/>
              </a:tabLst>
              <a:defRPr/>
            </a:lvl1pPr>
            <a:lvl2pPr marL="557726" marR="0" indent="-164575" algn="l" defTabSz="642849" rtl="0" eaLnBrk="1" fontAlgn="base" latinLnBrk="0" hangingPunct="1">
              <a:lnSpc>
                <a:spcPct val="100000"/>
              </a:lnSpc>
              <a:spcBef>
                <a:spcPts val="422"/>
              </a:spcBef>
              <a:spcAft>
                <a:spcPct val="0"/>
              </a:spcAft>
              <a:buClrTx/>
              <a:buSzTx/>
              <a:buFont typeface="Arial"/>
              <a:buChar char="•"/>
              <a:tabLst/>
              <a:defRPr/>
            </a:lvl2pPr>
            <a:lvl3pPr marL="883918" marR="0" indent="-241068" algn="l" defTabSz="642849" rtl="0" eaLnBrk="1" fontAlgn="base" latinLnBrk="0" hangingPunct="1">
              <a:lnSpc>
                <a:spcPct val="100000"/>
              </a:lnSpc>
              <a:spcBef>
                <a:spcPts val="422"/>
              </a:spcBef>
              <a:spcAft>
                <a:spcPct val="0"/>
              </a:spcAft>
              <a:buClr>
                <a:srgbClr val="ED1C24"/>
              </a:buClr>
              <a:buSzTx/>
              <a:buFont typeface="Arial"/>
              <a:buChar char="•"/>
              <a:tabLst/>
              <a:defRPr/>
            </a:lvl3pPr>
            <a:lvl4pPr marL="1165163" marR="0" indent="-200890" algn="l" defTabSz="914306" rtl="0" eaLnBrk="1" fontAlgn="base" latinLnBrk="0" hangingPunct="1">
              <a:lnSpc>
                <a:spcPct val="100000"/>
              </a:lnSpc>
              <a:spcBef>
                <a:spcPts val="422"/>
              </a:spcBef>
              <a:spcAft>
                <a:spcPct val="0"/>
              </a:spcAft>
              <a:buClrTx/>
              <a:buSzTx/>
              <a:buFont typeface="Arial"/>
              <a:buChar char="•"/>
              <a:tabLst/>
              <a:defRPr sz="1700"/>
            </a:lvl4pPr>
            <a:lvl5pPr marL="1486588" marR="0" indent="-200890" algn="l" defTabSz="914306" rtl="0" eaLnBrk="1" fontAlgn="base" latinLnBrk="0" hangingPunct="1">
              <a:lnSpc>
                <a:spcPct val="100000"/>
              </a:lnSpc>
              <a:spcBef>
                <a:spcPts val="422"/>
              </a:spcBef>
              <a:spcAft>
                <a:spcPct val="0"/>
              </a:spcAft>
              <a:buClrTx/>
              <a:buSzTx/>
              <a:buFont typeface="Arial"/>
              <a:buChar char="•"/>
              <a:tabLst/>
              <a:defRPr sz="1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5270712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lang="en-US" sz="3400" b="0" i="0" baseline="0" dirty="0" smtClean="0">
                <a:solidFill>
                  <a:srgbClr val="ED1C24"/>
                </a:solidFill>
                <a:latin typeface="Sweet Sans Pro Medium" panose="02000000000000000000" pitchFamily="2" charset="77"/>
                <a:ea typeface="+mj-ea"/>
                <a:cs typeface="Sweet Sans Pro Medium" panose="02000000000000000000" pitchFamily="2" charset="77"/>
                <a:sym typeface="SweetSansPro Medium" charset="0"/>
              </a:defRPr>
            </a:lvl1pPr>
          </a:lstStyle>
          <a:p>
            <a:r>
              <a:rPr lang="en-US"/>
              <a:t>Click to edit Master title style</a:t>
            </a:r>
            <a:endParaRPr lang="en-US" dirty="0"/>
          </a:p>
        </p:txBody>
      </p:sp>
      <p:sp>
        <p:nvSpPr>
          <p:cNvPr id="3" name="Text Placeholder 2"/>
          <p:cNvSpPr>
            <a:spLocks noGrp="1"/>
          </p:cNvSpPr>
          <p:nvPr>
            <p:ph type="body" idx="1"/>
          </p:nvPr>
        </p:nvSpPr>
        <p:spPr/>
        <p:txBody>
          <a:bodyPr/>
          <a:lstStyle>
            <a:lvl1pPr>
              <a:spcAft>
                <a:spcPts val="0"/>
              </a:spcAft>
              <a:defRPr/>
            </a:lvl1pPr>
            <a:lvl2pPr marL="561376" indent="-161829">
              <a:spcBef>
                <a:spcPts val="422"/>
              </a:spcBef>
              <a:buFont typeface="Arial" panose="020B0604020202020204" pitchFamily="34" charset="0"/>
              <a:buChar char="•"/>
              <a:defRPr/>
            </a:lvl2pPr>
            <a:lvl3pPr marL="805794" indent="-160712">
              <a:spcBef>
                <a:spcPts val="422"/>
              </a:spcBef>
              <a:defRPr baseline="0"/>
            </a:lvl3pPr>
            <a:lvl4pPr indent="-160712">
              <a:spcBef>
                <a:spcPts val="422"/>
              </a:spcBef>
              <a:defRPr sz="1700"/>
            </a:lvl4pPr>
            <a:lvl5pPr indent="-160712">
              <a:spcBef>
                <a:spcPts val="422"/>
              </a:spcBef>
              <a:defRPr sz="1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9374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imple Detail Slid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924346" y="317077"/>
            <a:ext cx="7298321" cy="4093430"/>
          </a:xfrm>
          <a:effectLst/>
        </p:spPr>
        <p:txBody>
          <a:bodyPr anchor="ctr">
            <a:noAutofit/>
          </a:bodyPr>
          <a:lstStyle>
            <a:lvl1pPr algn="l">
              <a:lnSpc>
                <a:spcPct val="100000"/>
              </a:lnSpc>
              <a:defRPr sz="6600" b="0" cap="none" spc="-80" baseline="0">
                <a:solidFill>
                  <a:schemeClr val="tx1"/>
                </a:solidFill>
                <a:effectLst/>
                <a:latin typeface="Sweet Sans Pro Medium" panose="02000000000000000000" pitchFamily="50" charset="0"/>
                <a:cs typeface="Sweet Sans Pro Medium" panose="02000000000000000000" pitchFamily="50" charset="0"/>
              </a:defRPr>
            </a:lvl1pPr>
          </a:lstStyle>
          <a:p>
            <a:r>
              <a:rPr lang="en-US" dirty="0"/>
              <a:t>Put one sentence on this slide…. HERE.</a:t>
            </a:r>
          </a:p>
        </p:txBody>
      </p:sp>
    </p:spTree>
    <p:extLst>
      <p:ext uri="{BB962C8B-B14F-4D97-AF65-F5344CB8AC3E}">
        <p14:creationId xmlns:p14="http://schemas.microsoft.com/office/powerpoint/2010/main" val="15664438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892972" y="1084957"/>
            <a:ext cx="3247848" cy="3220046"/>
          </a:xfrm>
        </p:spPr>
        <p:txBody>
          <a:bodyPr>
            <a:normAutofit/>
          </a:bodyPr>
          <a:lstStyle>
            <a:lvl1pPr marL="0" indent="0">
              <a:buNone/>
              <a:defRPr sz="1600"/>
            </a:lvl1pPr>
            <a:lvl2pPr marL="457130" indent="0">
              <a:buNone/>
              <a:defRPr sz="1200"/>
            </a:lvl2pPr>
            <a:lvl3pPr marL="914259" indent="0">
              <a:buNone/>
              <a:defRPr sz="1000"/>
            </a:lvl3pPr>
            <a:lvl4pPr marL="1371390" indent="0">
              <a:buNone/>
              <a:defRPr sz="900"/>
            </a:lvl4pPr>
            <a:lvl5pPr marL="1828519" indent="0">
              <a:buNone/>
              <a:defRPr sz="900"/>
            </a:lvl5pPr>
            <a:lvl6pPr marL="2285649" indent="0">
              <a:buNone/>
              <a:defRPr sz="900"/>
            </a:lvl6pPr>
            <a:lvl7pPr marL="2742780" indent="0">
              <a:buNone/>
              <a:defRPr sz="900"/>
            </a:lvl7pPr>
            <a:lvl8pPr marL="3199908" indent="0">
              <a:buNone/>
              <a:defRPr sz="900"/>
            </a:lvl8pPr>
            <a:lvl9pPr marL="3657039" indent="0">
              <a:buNone/>
              <a:defRPr sz="900"/>
            </a:lvl9pPr>
          </a:lstStyle>
          <a:p>
            <a:pPr lvl="0"/>
            <a:r>
              <a:rPr lang="en-US"/>
              <a:t>Click to edit Master text styles</a:t>
            </a:r>
          </a:p>
        </p:txBody>
      </p:sp>
      <p:sp>
        <p:nvSpPr>
          <p:cNvPr id="8" name="Title 7"/>
          <p:cNvSpPr>
            <a:spLocks noGrp="1"/>
          </p:cNvSpPr>
          <p:nvPr>
            <p:ph type="title"/>
          </p:nvPr>
        </p:nvSpPr>
        <p:spPr/>
        <p:txBody>
          <a:bodyPr/>
          <a:lstStyle>
            <a:lvl1pPr>
              <a:defRPr>
                <a:solidFill>
                  <a:srgbClr val="ED1C24"/>
                </a:solidFill>
              </a:defRPr>
            </a:lvl1pPr>
          </a:lstStyle>
          <a:p>
            <a:r>
              <a:rPr lang="en-US"/>
              <a:t>Click to edit Master title style</a:t>
            </a:r>
            <a:endParaRPr lang="en-US" dirty="0"/>
          </a:p>
        </p:txBody>
      </p:sp>
      <p:sp>
        <p:nvSpPr>
          <p:cNvPr id="5" name="Text Placeholder 3">
            <a:extLst>
              <a:ext uri="{FF2B5EF4-FFF2-40B4-BE49-F238E27FC236}">
                <a16:creationId xmlns:a16="http://schemas.microsoft.com/office/drawing/2014/main" id="{93469227-EE91-D44C-983D-807395848FAA}"/>
              </a:ext>
            </a:extLst>
          </p:cNvPr>
          <p:cNvSpPr>
            <a:spLocks noGrp="1"/>
          </p:cNvSpPr>
          <p:nvPr>
            <p:ph type="body" sz="half" idx="10"/>
          </p:nvPr>
        </p:nvSpPr>
        <p:spPr>
          <a:xfrm>
            <a:off x="5003182" y="1084957"/>
            <a:ext cx="3247848" cy="3220046"/>
          </a:xfrm>
        </p:spPr>
        <p:txBody>
          <a:bodyPr>
            <a:normAutofit/>
          </a:bodyPr>
          <a:lstStyle>
            <a:lvl1pPr marL="0" indent="0">
              <a:buNone/>
              <a:defRPr sz="1600"/>
            </a:lvl1pPr>
            <a:lvl2pPr marL="457130" indent="0">
              <a:buNone/>
              <a:defRPr sz="1200"/>
            </a:lvl2pPr>
            <a:lvl3pPr marL="914259" indent="0">
              <a:buNone/>
              <a:defRPr sz="1000"/>
            </a:lvl3pPr>
            <a:lvl4pPr marL="1371390" indent="0">
              <a:buNone/>
              <a:defRPr sz="900"/>
            </a:lvl4pPr>
            <a:lvl5pPr marL="1828519" indent="0">
              <a:buNone/>
              <a:defRPr sz="900"/>
            </a:lvl5pPr>
            <a:lvl6pPr marL="2285649" indent="0">
              <a:buNone/>
              <a:defRPr sz="900"/>
            </a:lvl6pPr>
            <a:lvl7pPr marL="2742780" indent="0">
              <a:buNone/>
              <a:defRPr sz="900"/>
            </a:lvl7pPr>
            <a:lvl8pPr marL="3199908" indent="0">
              <a:buNone/>
              <a:defRPr sz="900"/>
            </a:lvl8pPr>
            <a:lvl9pPr marL="3657039" indent="0">
              <a:buNone/>
              <a:defRPr sz="900"/>
            </a:lvl9pPr>
          </a:lstStyle>
          <a:p>
            <a:pPr lvl="0"/>
            <a:r>
              <a:rPr lang="en-US"/>
              <a:t>Click to edit Master text styles</a:t>
            </a:r>
          </a:p>
        </p:txBody>
      </p:sp>
    </p:spTree>
    <p:extLst>
      <p:ext uri="{BB962C8B-B14F-4D97-AF65-F5344CB8AC3E}">
        <p14:creationId xmlns:p14="http://schemas.microsoft.com/office/powerpoint/2010/main" val="25062742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92972" y="1084959"/>
            <a:ext cx="3291840" cy="3310149"/>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90160" y="1084959"/>
            <a:ext cx="3291840" cy="33101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5311635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cSld name="Single Bold Statement">
    <p:spTree>
      <p:nvGrpSpPr>
        <p:cNvPr id="1" name=""/>
        <p:cNvGrpSpPr/>
        <p:nvPr/>
      </p:nvGrpSpPr>
      <p:grpSpPr>
        <a:xfrm>
          <a:off x="0" y="0"/>
          <a:ext cx="0" cy="0"/>
          <a:chOff x="0" y="0"/>
          <a:chExt cx="0" cy="0"/>
        </a:xfrm>
      </p:grpSpPr>
      <p:sp>
        <p:nvSpPr>
          <p:cNvPr id="2" name="Title 1"/>
          <p:cNvSpPr>
            <a:spLocks noGrp="1"/>
          </p:cNvSpPr>
          <p:nvPr>
            <p:ph type="title"/>
          </p:nvPr>
        </p:nvSpPr>
        <p:spPr>
          <a:xfrm>
            <a:off x="924346" y="902368"/>
            <a:ext cx="7306359" cy="2263655"/>
          </a:xfrm>
        </p:spPr>
        <p:txBody>
          <a:bodyPr/>
          <a:lstStyle>
            <a:lvl1pPr algn="ctr">
              <a:lnSpc>
                <a:spcPct val="100000"/>
              </a:lnSpc>
              <a:defRPr sz="6000"/>
            </a:lvl1pPr>
          </a:lstStyle>
          <a:p>
            <a:r>
              <a:rPr lang="en-US"/>
              <a:t>Click to edit Master title style</a:t>
            </a:r>
            <a:endParaRPr lang="en-US" dirty="0"/>
          </a:p>
        </p:txBody>
      </p:sp>
    </p:spTree>
    <p:extLst>
      <p:ext uri="{BB962C8B-B14F-4D97-AF65-F5344CB8AC3E}">
        <p14:creationId xmlns:p14="http://schemas.microsoft.com/office/powerpoint/2010/main" val="29916498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cSld name="Code Samp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200"/>
            </a:lvl1pPr>
          </a:lstStyle>
          <a:p>
            <a:r>
              <a:rPr lang="en-US"/>
              <a:t>Click to edit Master title style</a:t>
            </a:r>
            <a:endParaRPr lang="en-US" dirty="0"/>
          </a:p>
        </p:txBody>
      </p:sp>
      <p:sp>
        <p:nvSpPr>
          <p:cNvPr id="5" name="Text Placeholder 4"/>
          <p:cNvSpPr>
            <a:spLocks noGrp="1"/>
          </p:cNvSpPr>
          <p:nvPr>
            <p:ph type="body" sz="quarter" idx="10" hasCustomPrompt="1"/>
          </p:nvPr>
        </p:nvSpPr>
        <p:spPr>
          <a:xfrm>
            <a:off x="1157443" y="1200150"/>
            <a:ext cx="6856242" cy="2971800"/>
          </a:xfrm>
          <a:solidFill>
            <a:schemeClr val="accent6">
              <a:lumMod val="40000"/>
              <a:lumOff val="60000"/>
            </a:schemeClr>
          </a:solidFill>
          <a:ln w="9525">
            <a:solidFill>
              <a:schemeClr val="tx1">
                <a:lumMod val="75000"/>
                <a:lumOff val="25000"/>
              </a:schemeClr>
            </a:solidFill>
            <a:prstDash val="dash"/>
          </a:ln>
        </p:spPr>
        <p:txBody>
          <a:bodyPr lIns="128583" tIns="96437" rIns="128583" bIns="64291">
            <a:normAutofit/>
          </a:bodyPr>
          <a:lstStyle>
            <a:lvl1pPr>
              <a:spcBef>
                <a:spcPts val="100"/>
              </a:spcBef>
              <a:spcAft>
                <a:spcPts val="100"/>
              </a:spcAft>
              <a:buNone/>
              <a:tabLst>
                <a:tab pos="228600" algn="l"/>
              </a:tabLst>
              <a:defRPr sz="2200" b="0" i="0">
                <a:ln>
                  <a:noFill/>
                  <a:prstDash val="dash"/>
                </a:ln>
                <a:latin typeface="Sweet Sans Pro" panose="02000000000000000000" pitchFamily="2" charset="77"/>
                <a:cs typeface="Sweet Sans Pro" panose="02000000000000000000" pitchFamily="2" charset="77"/>
              </a:defRPr>
            </a:lvl1pPr>
          </a:lstStyle>
          <a:p>
            <a:pPr lvl="0"/>
            <a:r>
              <a:rPr lang="en-US" dirty="0"/>
              <a:t>SELECT</a:t>
            </a:r>
          </a:p>
          <a:p>
            <a:pPr lvl="0"/>
            <a:r>
              <a:rPr lang="en-US" dirty="0"/>
              <a:t>	Unlimited</a:t>
            </a:r>
          </a:p>
          <a:p>
            <a:pPr lvl="0"/>
            <a:r>
              <a:rPr lang="en-US" dirty="0"/>
              <a:t>FROM </a:t>
            </a:r>
            <a:r>
              <a:rPr lang="en-US" dirty="0" err="1"/>
              <a:t>Brent.Ozar</a:t>
            </a:r>
            <a:r>
              <a:rPr lang="en-US" dirty="0"/>
              <a:t>;</a:t>
            </a:r>
          </a:p>
          <a:p>
            <a:pPr lvl="0"/>
            <a:r>
              <a:rPr lang="en-US" dirty="0"/>
              <a:t>GO</a:t>
            </a:r>
          </a:p>
        </p:txBody>
      </p:sp>
    </p:spTree>
    <p:extLst>
      <p:ext uri="{BB962C8B-B14F-4D97-AF65-F5344CB8AC3E}">
        <p14:creationId xmlns:p14="http://schemas.microsoft.com/office/powerpoint/2010/main" val="38095936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2.jp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2"/>
          <a:srcRect/>
          <a:stretch>
            <a:fillRect/>
          </a:stretch>
        </a:blipFill>
        <a:effectLst/>
      </p:bgPr>
    </p:bg>
    <p:spTree>
      <p:nvGrpSpPr>
        <p:cNvPr id="1" name=""/>
        <p:cNvGrpSpPr/>
        <p:nvPr/>
      </p:nvGrpSpPr>
      <p:grpSpPr>
        <a:xfrm>
          <a:off x="0" y="0"/>
          <a:ext cx="0" cy="0"/>
          <a:chOff x="0" y="0"/>
          <a:chExt cx="0" cy="0"/>
        </a:xfrm>
      </p:grpSpPr>
      <p:sp>
        <p:nvSpPr>
          <p:cNvPr id="2049" name="Rectangle 1"/>
          <p:cNvSpPr>
            <a:spLocks noGrp="1" noChangeArrowheads="1"/>
          </p:cNvSpPr>
          <p:nvPr>
            <p:ph type="title"/>
          </p:nvPr>
        </p:nvSpPr>
        <p:spPr bwMode="auto">
          <a:xfrm>
            <a:off x="892972" y="401836"/>
            <a:ext cx="7358063" cy="435323"/>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 uri="{FAA26D3D-D897-4be2-8F04-BA451C77F1D7}">
              <ma14:placeholderFlag xmlns="" xmlns:ma14="http://schemas.microsoft.com/office/mac/drawingml/2011/main" val="1"/>
            </a:ext>
          </a:extLst>
        </p:spPr>
        <p:txBody>
          <a:bodyPr vert="horz" wrap="square" lIns="35715" tIns="35715" rIns="35715" bIns="35715" numCol="1" anchor="ctr" anchorCtr="0" compatLnSpc="1">
            <a:prstTxWarp prst="textNoShape">
              <a:avLst/>
            </a:prstTxWarp>
          </a:bodyPr>
          <a:lstStyle/>
          <a:p>
            <a:pPr lvl="0"/>
            <a:r>
              <a:rPr lang="en-US">
                <a:sym typeface="SweetSansPro Medium" charset="0"/>
              </a:rPr>
              <a:t>Click to edit Master title style</a:t>
            </a:r>
            <a:endParaRPr lang="en-US" dirty="0">
              <a:sym typeface="SweetSansPro Medium" charset="0"/>
            </a:endParaRPr>
          </a:p>
        </p:txBody>
      </p:sp>
      <p:sp>
        <p:nvSpPr>
          <p:cNvPr id="2050" name="Rectangle 2"/>
          <p:cNvSpPr>
            <a:spLocks noGrp="1" noChangeArrowheads="1"/>
          </p:cNvSpPr>
          <p:nvPr>
            <p:ph type="body" idx="1"/>
          </p:nvPr>
        </p:nvSpPr>
        <p:spPr bwMode="auto">
          <a:xfrm>
            <a:off x="892972" y="1031379"/>
            <a:ext cx="7358063" cy="3214688"/>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 uri="{FAA26D3D-D897-4be2-8F04-BA451C77F1D7}">
              <ma14:placeholderFlag xmlns="" xmlns:ma14="http://schemas.microsoft.com/office/mac/drawingml/2011/main" val="1"/>
            </a:ext>
          </a:extLst>
        </p:spPr>
        <p:txBody>
          <a:bodyPr vert="horz" wrap="square" lIns="0" tIns="0" rIns="0" bIns="0" numCol="1" anchor="t" anchorCtr="0" compatLnSpc="1">
            <a:prstTxWarp prst="textNoShape">
              <a:avLst/>
            </a:prstTxWarp>
            <a:normAutofit/>
          </a:bodyPr>
          <a:lstStyle/>
          <a:p>
            <a:pPr marL="241068" marR="0" lvl="0" indent="-241068" algn="l" defTabSz="642849" rtl="0" eaLnBrk="1" fontAlgn="base" latinLnBrk="0" hangingPunct="1">
              <a:lnSpc>
                <a:spcPct val="80000"/>
              </a:lnSpc>
              <a:spcBef>
                <a:spcPts val="1687"/>
              </a:spcBef>
              <a:spcAft>
                <a:spcPct val="0"/>
              </a:spcAft>
              <a:buClrTx/>
              <a:buSzTx/>
              <a:tabLst/>
              <a:defRPr/>
            </a:pPr>
            <a:r>
              <a:rPr lang="en-US" dirty="0">
                <a:sym typeface="SweetSansPro Medium" charset="0"/>
              </a:rPr>
              <a:t>Click to edit to edit to edit to edit to edit to edit to edit</a:t>
            </a:r>
          </a:p>
          <a:p>
            <a:pPr marL="642849" marR="0" lvl="1" indent="-321424" algn="l" defTabSz="642849" rtl="0" eaLnBrk="1" fontAlgn="base" latinLnBrk="0" hangingPunct="1">
              <a:lnSpc>
                <a:spcPct val="80000"/>
              </a:lnSpc>
              <a:spcBef>
                <a:spcPts val="1687"/>
              </a:spcBef>
              <a:spcAft>
                <a:spcPct val="0"/>
              </a:spcAft>
              <a:buClrTx/>
              <a:buSzTx/>
              <a:buFont typeface="Arial"/>
              <a:buChar char="•"/>
              <a:tabLst/>
              <a:defRPr/>
            </a:pPr>
            <a:r>
              <a:rPr lang="en-US" dirty="0">
                <a:sym typeface="SweetSansPro Medium" charset="0"/>
              </a:rPr>
              <a:t>Second level font second level font second level font second level font second level font second level font</a:t>
            </a:r>
          </a:p>
          <a:p>
            <a:pPr marL="883918" marR="0" lvl="2" indent="-241068" algn="l" defTabSz="642849" rtl="0" eaLnBrk="1" fontAlgn="base" latinLnBrk="0" hangingPunct="1">
              <a:lnSpc>
                <a:spcPct val="80000"/>
              </a:lnSpc>
              <a:spcBef>
                <a:spcPts val="1687"/>
              </a:spcBef>
              <a:spcAft>
                <a:spcPct val="0"/>
              </a:spcAft>
              <a:buClr>
                <a:srgbClr val="ED1C24"/>
              </a:buClr>
              <a:buSzTx/>
              <a:buFont typeface="Arial"/>
              <a:buChar char="•"/>
              <a:tabLst/>
              <a:defRPr/>
            </a:pPr>
            <a:r>
              <a:rPr lang="en-US" dirty="0">
                <a:sym typeface="SweetSansPro Medium" charset="0"/>
              </a:rPr>
              <a:t>Third level font third level font third level font third level font third level font </a:t>
            </a:r>
          </a:p>
          <a:p>
            <a:pPr lvl="3"/>
            <a:r>
              <a:rPr lang="en-US" dirty="0">
                <a:sym typeface="SweetSansPro Medium" charset="0"/>
              </a:rPr>
              <a:t>Fourth level font fourth level font fourth level font fourth level font fourth level font fourth level font fourth level font fourth level font fourth level font </a:t>
            </a:r>
          </a:p>
          <a:p>
            <a:pPr lvl="4"/>
            <a:r>
              <a:rPr lang="en-US" dirty="0">
                <a:sym typeface="SweetSansPro Medium" charset="0"/>
              </a:rPr>
              <a:t>Fifth level font fifth level font fifth level font fifth level font fifth level font fifth level font fifth level font fifth level font fifth level font fifth level font fifth level font </a:t>
            </a:r>
          </a:p>
        </p:txBody>
      </p:sp>
      <p:sp>
        <p:nvSpPr>
          <p:cNvPr id="4" name="TextBox 3">
            <a:extLst>
              <a:ext uri="{FF2B5EF4-FFF2-40B4-BE49-F238E27FC236}">
                <a16:creationId xmlns:a16="http://schemas.microsoft.com/office/drawing/2014/main" id="{1A10D3C2-9D12-EE43-A30D-0FAB681B8BC2}"/>
              </a:ext>
            </a:extLst>
          </p:cNvPr>
          <p:cNvSpPr txBox="1"/>
          <p:nvPr userDrawn="1"/>
        </p:nvSpPr>
        <p:spPr>
          <a:xfrm>
            <a:off x="7809186" y="4645572"/>
            <a:ext cx="1334814" cy="369332"/>
          </a:xfrm>
          <a:prstGeom prst="rect">
            <a:avLst/>
          </a:prstGeom>
          <a:noFill/>
        </p:spPr>
        <p:txBody>
          <a:bodyPr wrap="square" rtlCol="0" anchor="ctr">
            <a:spAutoFit/>
          </a:bodyPr>
          <a:lstStyle/>
          <a:p>
            <a:pPr algn="r"/>
            <a:r>
              <a:rPr lang="en-US" dirty="0">
                <a:solidFill>
                  <a:schemeClr val="bg1"/>
                </a:solidFill>
                <a:latin typeface="Sweet Sans Pro" panose="02000000000000000000" pitchFamily="2" charset="77"/>
                <a:cs typeface="Sweet Sans Pro" panose="02000000000000000000" pitchFamily="2" charset="77"/>
              </a:rPr>
              <a:t>9 p</a:t>
            </a:r>
            <a:fld id="{162A5E67-7FAA-3C46-B17D-020D29547800}" type="slidenum">
              <a:rPr lang="en-US" smtClean="0">
                <a:solidFill>
                  <a:schemeClr val="bg1"/>
                </a:solidFill>
                <a:latin typeface="Sweet Sans Pro" panose="02000000000000000000" pitchFamily="2" charset="77"/>
                <a:cs typeface="Sweet Sans Pro" panose="02000000000000000000" pitchFamily="2" charset="77"/>
              </a:rPr>
              <a:pPr algn="r"/>
              <a:t>‹#›</a:t>
            </a:fld>
            <a:endParaRPr lang="en-US" dirty="0">
              <a:solidFill>
                <a:schemeClr val="bg1"/>
              </a:solidFill>
              <a:latin typeface="Sweet Sans Pro" panose="02000000000000000000" pitchFamily="2" charset="77"/>
              <a:cs typeface="Sweet Sans Pro" panose="02000000000000000000" pitchFamily="2" charset="77"/>
            </a:endParaRPr>
          </a:p>
        </p:txBody>
      </p:sp>
    </p:spTree>
    <p:extLst>
      <p:ext uri="{BB962C8B-B14F-4D97-AF65-F5344CB8AC3E}">
        <p14:creationId xmlns:p14="http://schemas.microsoft.com/office/powerpoint/2010/main" val="139395607"/>
      </p:ext>
    </p:extLst>
  </p:cSld>
  <p:clrMap bg1="lt1" tx1="dk1" bg2="lt2" tx2="dk2" accent1="accent1" accent2="accent2" accent3="accent3" accent4="accent4" accent5="accent5" accent6="accent6" hlink="hlink" folHlink="folHlink"/>
  <p:sldLayoutIdLst>
    <p:sldLayoutId id="2147483859" r:id="rId1"/>
    <p:sldLayoutId id="2147483860" r:id="rId2"/>
    <p:sldLayoutId id="2147483861" r:id="rId3"/>
    <p:sldLayoutId id="2147483862" r:id="rId4"/>
    <p:sldLayoutId id="2147483863" r:id="rId5"/>
    <p:sldLayoutId id="2147483865" r:id="rId6"/>
    <p:sldLayoutId id="2147483866" r:id="rId7"/>
    <p:sldLayoutId id="2147483867" r:id="rId8"/>
    <p:sldLayoutId id="2147483869" r:id="rId9"/>
    <p:sldLayoutId id="2147483870" r:id="rId10"/>
  </p:sldLayoutIdLst>
  <p:txStyles>
    <p:titleStyle>
      <a:lvl1pPr algn="l" rtl="0" eaLnBrk="1" fontAlgn="base" hangingPunct="1">
        <a:spcBef>
          <a:spcPct val="0"/>
        </a:spcBef>
        <a:spcAft>
          <a:spcPct val="0"/>
        </a:spcAft>
        <a:defRPr lang="en-US" sz="3400" b="0" i="0" baseline="0" dirty="0" smtClean="0">
          <a:solidFill>
            <a:srgbClr val="ED1C24"/>
          </a:solidFill>
          <a:latin typeface="Sweet Sans Pro Medium" panose="02000000000000000000" pitchFamily="2" charset="77"/>
          <a:ea typeface="+mj-ea"/>
          <a:cs typeface="Sweet Sans Pro Medium" panose="02000000000000000000" pitchFamily="2" charset="77"/>
          <a:sym typeface="SweetSansPro Medium" charset="0"/>
        </a:defRPr>
      </a:lvl1pPr>
      <a:lvl2pPr algn="l" rtl="0" eaLnBrk="1" fontAlgn="base" hangingPunct="1">
        <a:spcBef>
          <a:spcPct val="0"/>
        </a:spcBef>
        <a:spcAft>
          <a:spcPct val="0"/>
        </a:spcAft>
        <a:defRPr sz="3400">
          <a:solidFill>
            <a:srgbClr val="ED1C24"/>
          </a:solidFill>
          <a:latin typeface="SweetSansPro Medium" charset="0"/>
          <a:ea typeface="ヒラギノ角ゴ ProN W6" charset="0"/>
          <a:cs typeface="ヒラギノ角ゴ ProN W6" charset="0"/>
          <a:sym typeface="SweetSansPro Medium" charset="0"/>
        </a:defRPr>
      </a:lvl2pPr>
      <a:lvl3pPr algn="l" rtl="0" eaLnBrk="1" fontAlgn="base" hangingPunct="1">
        <a:spcBef>
          <a:spcPct val="0"/>
        </a:spcBef>
        <a:spcAft>
          <a:spcPct val="0"/>
        </a:spcAft>
        <a:defRPr sz="3400">
          <a:solidFill>
            <a:srgbClr val="ED1C24"/>
          </a:solidFill>
          <a:latin typeface="SweetSansPro Medium" charset="0"/>
          <a:ea typeface="ヒラギノ角ゴ ProN W6" charset="0"/>
          <a:cs typeface="ヒラギノ角ゴ ProN W6" charset="0"/>
          <a:sym typeface="SweetSansPro Medium" charset="0"/>
        </a:defRPr>
      </a:lvl3pPr>
      <a:lvl4pPr algn="l" rtl="0" eaLnBrk="1" fontAlgn="base" hangingPunct="1">
        <a:spcBef>
          <a:spcPct val="0"/>
        </a:spcBef>
        <a:spcAft>
          <a:spcPct val="0"/>
        </a:spcAft>
        <a:defRPr sz="3400">
          <a:solidFill>
            <a:srgbClr val="ED1C24"/>
          </a:solidFill>
          <a:latin typeface="SweetSansPro Medium" charset="0"/>
          <a:ea typeface="ヒラギノ角ゴ ProN W6" charset="0"/>
          <a:cs typeface="ヒラギノ角ゴ ProN W6" charset="0"/>
          <a:sym typeface="SweetSansPro Medium" charset="0"/>
        </a:defRPr>
      </a:lvl4pPr>
      <a:lvl5pPr algn="l" rtl="0" eaLnBrk="1" fontAlgn="base" hangingPunct="1">
        <a:spcBef>
          <a:spcPct val="0"/>
        </a:spcBef>
        <a:spcAft>
          <a:spcPct val="0"/>
        </a:spcAft>
        <a:defRPr sz="3400">
          <a:solidFill>
            <a:srgbClr val="ED1C24"/>
          </a:solidFill>
          <a:latin typeface="SweetSansPro Medium" charset="0"/>
          <a:ea typeface="ヒラギノ角ゴ ProN W6" charset="0"/>
          <a:cs typeface="ヒラギノ角ゴ ProN W6" charset="0"/>
          <a:sym typeface="SweetSansPro Medium" charset="0"/>
        </a:defRPr>
      </a:lvl5pPr>
      <a:lvl6pPr marL="321424" algn="l" rtl="0" eaLnBrk="1" fontAlgn="base" hangingPunct="1">
        <a:spcBef>
          <a:spcPct val="0"/>
        </a:spcBef>
        <a:spcAft>
          <a:spcPct val="0"/>
        </a:spcAft>
        <a:defRPr sz="3400">
          <a:solidFill>
            <a:srgbClr val="ED1C24"/>
          </a:solidFill>
          <a:latin typeface="SweetSansPro Medium" charset="0"/>
          <a:ea typeface="ヒラギノ角ゴ ProN W6" charset="0"/>
          <a:cs typeface="ヒラギノ角ゴ ProN W6" charset="0"/>
          <a:sym typeface="SweetSansPro Medium" charset="0"/>
        </a:defRPr>
      </a:lvl6pPr>
      <a:lvl7pPr marL="642849" algn="l" rtl="0" eaLnBrk="1" fontAlgn="base" hangingPunct="1">
        <a:spcBef>
          <a:spcPct val="0"/>
        </a:spcBef>
        <a:spcAft>
          <a:spcPct val="0"/>
        </a:spcAft>
        <a:defRPr sz="3400">
          <a:solidFill>
            <a:srgbClr val="ED1C24"/>
          </a:solidFill>
          <a:latin typeface="SweetSansPro Medium" charset="0"/>
          <a:ea typeface="ヒラギノ角ゴ ProN W6" charset="0"/>
          <a:cs typeface="ヒラギノ角ゴ ProN W6" charset="0"/>
          <a:sym typeface="SweetSansPro Medium" charset="0"/>
        </a:defRPr>
      </a:lvl7pPr>
      <a:lvl8pPr marL="964274" algn="l" rtl="0" eaLnBrk="1" fontAlgn="base" hangingPunct="1">
        <a:spcBef>
          <a:spcPct val="0"/>
        </a:spcBef>
        <a:spcAft>
          <a:spcPct val="0"/>
        </a:spcAft>
        <a:defRPr sz="3400">
          <a:solidFill>
            <a:srgbClr val="ED1C24"/>
          </a:solidFill>
          <a:latin typeface="SweetSansPro Medium" charset="0"/>
          <a:ea typeface="ヒラギノ角ゴ ProN W6" charset="0"/>
          <a:cs typeface="ヒラギノ角ゴ ProN W6" charset="0"/>
          <a:sym typeface="SweetSansPro Medium" charset="0"/>
        </a:defRPr>
      </a:lvl8pPr>
      <a:lvl9pPr marL="1285697" algn="l" rtl="0" eaLnBrk="1" fontAlgn="base" hangingPunct="1">
        <a:spcBef>
          <a:spcPct val="0"/>
        </a:spcBef>
        <a:spcAft>
          <a:spcPct val="0"/>
        </a:spcAft>
        <a:defRPr sz="3400">
          <a:solidFill>
            <a:srgbClr val="ED1C24"/>
          </a:solidFill>
          <a:latin typeface="SweetSansPro Medium" charset="0"/>
          <a:ea typeface="ヒラギノ角ゴ ProN W6" charset="0"/>
          <a:cs typeface="ヒラギノ角ゴ ProN W6" charset="0"/>
          <a:sym typeface="SweetSansPro Medium" charset="0"/>
        </a:defRPr>
      </a:lvl9pPr>
    </p:titleStyle>
    <p:bodyStyle>
      <a:lvl1pPr marL="0" marR="0" indent="0" algn="l" defTabSz="642849" rtl="0" eaLnBrk="1" fontAlgn="base" latinLnBrk="0" hangingPunct="1">
        <a:lnSpc>
          <a:spcPct val="100000"/>
        </a:lnSpc>
        <a:spcBef>
          <a:spcPts val="1687"/>
        </a:spcBef>
        <a:spcAft>
          <a:spcPts val="422"/>
        </a:spcAft>
        <a:buClrTx/>
        <a:buSzTx/>
        <a:buFont typeface="Arial"/>
        <a:buNone/>
        <a:tabLst>
          <a:tab pos="81473" algn="l"/>
        </a:tabLst>
        <a:defRPr sz="2200" b="0" i="0" strike="noStrike">
          <a:solidFill>
            <a:schemeClr val="tx1"/>
          </a:solidFill>
          <a:latin typeface="Sweet Sans Pro Medium" panose="02000000000000000000" pitchFamily="2" charset="77"/>
          <a:ea typeface="+mn-ea"/>
          <a:cs typeface="Sweet Sans Pro Medium" panose="02000000000000000000" pitchFamily="2" charset="77"/>
          <a:sym typeface="SweetSansPro Medium" charset="0"/>
        </a:defRPr>
      </a:lvl1pPr>
      <a:lvl2pPr marL="642849" marR="0" indent="-77008" algn="l" defTabSz="642849" rtl="0" eaLnBrk="1" fontAlgn="base" latinLnBrk="0" hangingPunct="1">
        <a:lnSpc>
          <a:spcPct val="100000"/>
        </a:lnSpc>
        <a:spcBef>
          <a:spcPts val="1687"/>
        </a:spcBef>
        <a:spcAft>
          <a:spcPct val="0"/>
        </a:spcAft>
        <a:buClrTx/>
        <a:buSzTx/>
        <a:buFont typeface="Arial"/>
        <a:buChar char="•"/>
        <a:tabLst/>
        <a:defRPr sz="2100" b="0" i="0">
          <a:solidFill>
            <a:schemeClr val="tx1"/>
          </a:solidFill>
          <a:latin typeface="Sweet Sans Pro Medium" panose="02000000000000000000" pitchFamily="2" charset="77"/>
          <a:ea typeface="+mn-ea"/>
          <a:cs typeface="Sweet Sans Pro Medium" panose="02000000000000000000" pitchFamily="2" charset="77"/>
          <a:sym typeface="SweetSansPro Medium" charset="0"/>
        </a:defRPr>
      </a:lvl2pPr>
      <a:lvl3pPr marL="883918" marR="0" indent="-241068" algn="l" defTabSz="642849" rtl="0" eaLnBrk="1" fontAlgn="base" latinLnBrk="0" hangingPunct="1">
        <a:lnSpc>
          <a:spcPct val="100000"/>
        </a:lnSpc>
        <a:spcBef>
          <a:spcPts val="1687"/>
        </a:spcBef>
        <a:spcAft>
          <a:spcPct val="0"/>
        </a:spcAft>
        <a:buClr>
          <a:srgbClr val="ED1C24"/>
        </a:buClr>
        <a:buSzTx/>
        <a:buFont typeface="Arial"/>
        <a:buChar char="•"/>
        <a:tabLst/>
        <a:defRPr sz="1700" b="0" i="0">
          <a:solidFill>
            <a:schemeClr val="tx1"/>
          </a:solidFill>
          <a:latin typeface="Sweet Sans Pro Medium" panose="02000000000000000000" pitchFamily="2" charset="77"/>
          <a:ea typeface="+mn-ea"/>
          <a:cs typeface="Sweet Sans Pro Medium" panose="02000000000000000000" pitchFamily="2" charset="77"/>
          <a:sym typeface="SweetSansPro Medium" charset="0"/>
        </a:defRPr>
      </a:lvl3pPr>
      <a:lvl4pPr marL="1165163" indent="-200890" algn="l" rtl="0" eaLnBrk="1" fontAlgn="base" hangingPunct="1">
        <a:lnSpc>
          <a:spcPct val="100000"/>
        </a:lnSpc>
        <a:spcBef>
          <a:spcPts val="1687"/>
        </a:spcBef>
        <a:spcAft>
          <a:spcPct val="0"/>
        </a:spcAft>
        <a:buFont typeface="Arial"/>
        <a:buChar char="•"/>
        <a:defRPr b="0" i="0">
          <a:solidFill>
            <a:schemeClr val="tx1"/>
          </a:solidFill>
          <a:latin typeface="Sweet Sans Pro Medium" panose="02000000000000000000" pitchFamily="2" charset="77"/>
          <a:ea typeface="+mn-ea"/>
          <a:cs typeface="Sweet Sans Pro Medium" panose="02000000000000000000" pitchFamily="2" charset="77"/>
          <a:sym typeface="SweetSansPro Medium" charset="0"/>
        </a:defRPr>
      </a:lvl4pPr>
      <a:lvl5pPr marL="1486588" indent="-200890" algn="l" rtl="0" eaLnBrk="1" fontAlgn="base" hangingPunct="1">
        <a:lnSpc>
          <a:spcPct val="100000"/>
        </a:lnSpc>
        <a:spcBef>
          <a:spcPts val="1687"/>
        </a:spcBef>
        <a:spcAft>
          <a:spcPct val="0"/>
        </a:spcAft>
        <a:buFont typeface="Arial"/>
        <a:buChar char="•"/>
        <a:defRPr sz="1000" b="0" i="0">
          <a:solidFill>
            <a:schemeClr val="tx1"/>
          </a:solidFill>
          <a:latin typeface="Sweet Sans Pro Medium" panose="02000000000000000000" pitchFamily="2" charset="77"/>
          <a:ea typeface="+mn-ea"/>
          <a:cs typeface="Sweet Sans Pro Medium" panose="02000000000000000000" pitchFamily="2" charset="77"/>
          <a:sym typeface="SweetSansPro Medium" charset="0"/>
        </a:defRPr>
      </a:lvl5pPr>
      <a:lvl6pPr marL="321424" algn="l" rtl="0" eaLnBrk="1" fontAlgn="base" hangingPunct="1">
        <a:lnSpc>
          <a:spcPct val="80000"/>
        </a:lnSpc>
        <a:spcBef>
          <a:spcPts val="1687"/>
        </a:spcBef>
        <a:spcAft>
          <a:spcPct val="0"/>
        </a:spcAft>
        <a:defRPr sz="1000">
          <a:solidFill>
            <a:schemeClr val="tx1"/>
          </a:solidFill>
          <a:latin typeface="+mn-lt"/>
          <a:ea typeface="+mn-ea"/>
          <a:cs typeface="+mn-cs"/>
          <a:sym typeface="SweetSansPro Medium" charset="0"/>
        </a:defRPr>
      </a:lvl6pPr>
      <a:lvl7pPr marL="642849" algn="l" rtl="0" eaLnBrk="1" fontAlgn="base" hangingPunct="1">
        <a:lnSpc>
          <a:spcPct val="80000"/>
        </a:lnSpc>
        <a:spcBef>
          <a:spcPts val="1687"/>
        </a:spcBef>
        <a:spcAft>
          <a:spcPct val="0"/>
        </a:spcAft>
        <a:defRPr sz="1000">
          <a:solidFill>
            <a:schemeClr val="tx1"/>
          </a:solidFill>
          <a:latin typeface="+mn-lt"/>
          <a:ea typeface="+mn-ea"/>
          <a:cs typeface="+mn-cs"/>
          <a:sym typeface="SweetSansPro Medium" charset="0"/>
        </a:defRPr>
      </a:lvl7pPr>
      <a:lvl8pPr marL="964274" algn="l" rtl="0" eaLnBrk="1" fontAlgn="base" hangingPunct="1">
        <a:lnSpc>
          <a:spcPct val="80000"/>
        </a:lnSpc>
        <a:spcBef>
          <a:spcPts val="1687"/>
        </a:spcBef>
        <a:spcAft>
          <a:spcPct val="0"/>
        </a:spcAft>
        <a:defRPr sz="1000">
          <a:solidFill>
            <a:schemeClr val="tx1"/>
          </a:solidFill>
          <a:latin typeface="+mn-lt"/>
          <a:ea typeface="+mn-ea"/>
          <a:cs typeface="+mn-cs"/>
          <a:sym typeface="SweetSansPro Medium" charset="0"/>
        </a:defRPr>
      </a:lvl8pPr>
      <a:lvl9pPr marL="1285697" algn="l" rtl="0" eaLnBrk="1" fontAlgn="base" hangingPunct="1">
        <a:lnSpc>
          <a:spcPct val="80000"/>
        </a:lnSpc>
        <a:spcBef>
          <a:spcPts val="1687"/>
        </a:spcBef>
        <a:spcAft>
          <a:spcPct val="0"/>
        </a:spcAft>
        <a:defRPr sz="1000">
          <a:solidFill>
            <a:schemeClr val="tx1"/>
          </a:solidFill>
          <a:latin typeface="+mn-lt"/>
          <a:ea typeface="+mn-ea"/>
          <a:cs typeface="+mn-cs"/>
          <a:sym typeface="SweetSansPro Medium" charset="0"/>
        </a:defRPr>
      </a:lvl9pPr>
    </p:bodyStyle>
    <p:otherStyle>
      <a:defPPr>
        <a:defRPr lang="en-US"/>
      </a:defPPr>
      <a:lvl1pPr marL="0" algn="l" defTabSz="642849" rtl="0" eaLnBrk="1" latinLnBrk="0" hangingPunct="1">
        <a:defRPr sz="1300" kern="1200">
          <a:solidFill>
            <a:schemeClr val="tx1"/>
          </a:solidFill>
          <a:latin typeface="+mn-lt"/>
          <a:ea typeface="+mn-ea"/>
          <a:cs typeface="+mn-cs"/>
        </a:defRPr>
      </a:lvl1pPr>
      <a:lvl2pPr marL="321424" algn="l" defTabSz="642849" rtl="0" eaLnBrk="1" latinLnBrk="0" hangingPunct="1">
        <a:defRPr sz="1300" kern="1200">
          <a:solidFill>
            <a:schemeClr val="tx1"/>
          </a:solidFill>
          <a:latin typeface="+mn-lt"/>
          <a:ea typeface="+mn-ea"/>
          <a:cs typeface="+mn-cs"/>
        </a:defRPr>
      </a:lvl2pPr>
      <a:lvl3pPr marL="642849" algn="l" defTabSz="642849" rtl="0" eaLnBrk="1" latinLnBrk="0" hangingPunct="1">
        <a:defRPr sz="1300" kern="1200">
          <a:solidFill>
            <a:schemeClr val="tx1"/>
          </a:solidFill>
          <a:latin typeface="+mn-lt"/>
          <a:ea typeface="+mn-ea"/>
          <a:cs typeface="+mn-cs"/>
        </a:defRPr>
      </a:lvl3pPr>
      <a:lvl4pPr marL="964274" algn="l" defTabSz="642849" rtl="0" eaLnBrk="1" latinLnBrk="0" hangingPunct="1">
        <a:defRPr sz="1300" kern="1200">
          <a:solidFill>
            <a:schemeClr val="tx1"/>
          </a:solidFill>
          <a:latin typeface="+mn-lt"/>
          <a:ea typeface="+mn-ea"/>
          <a:cs typeface="+mn-cs"/>
        </a:defRPr>
      </a:lvl4pPr>
      <a:lvl5pPr marL="1285697" algn="l" defTabSz="642849" rtl="0" eaLnBrk="1" latinLnBrk="0" hangingPunct="1">
        <a:defRPr sz="1300" kern="1200">
          <a:solidFill>
            <a:schemeClr val="tx1"/>
          </a:solidFill>
          <a:latin typeface="+mn-lt"/>
          <a:ea typeface="+mn-ea"/>
          <a:cs typeface="+mn-cs"/>
        </a:defRPr>
      </a:lvl5pPr>
      <a:lvl6pPr marL="1607123" algn="l" defTabSz="642849" rtl="0" eaLnBrk="1" latinLnBrk="0" hangingPunct="1">
        <a:defRPr sz="1300" kern="1200">
          <a:solidFill>
            <a:schemeClr val="tx1"/>
          </a:solidFill>
          <a:latin typeface="+mn-lt"/>
          <a:ea typeface="+mn-ea"/>
          <a:cs typeface="+mn-cs"/>
        </a:defRPr>
      </a:lvl6pPr>
      <a:lvl7pPr marL="1928546" algn="l" defTabSz="642849" rtl="0" eaLnBrk="1" latinLnBrk="0" hangingPunct="1">
        <a:defRPr sz="1300" kern="1200">
          <a:solidFill>
            <a:schemeClr val="tx1"/>
          </a:solidFill>
          <a:latin typeface="+mn-lt"/>
          <a:ea typeface="+mn-ea"/>
          <a:cs typeface="+mn-cs"/>
        </a:defRPr>
      </a:lvl7pPr>
      <a:lvl8pPr marL="2249971" algn="l" defTabSz="642849" rtl="0" eaLnBrk="1" latinLnBrk="0" hangingPunct="1">
        <a:defRPr sz="1300" kern="1200">
          <a:solidFill>
            <a:schemeClr val="tx1"/>
          </a:solidFill>
          <a:latin typeface="+mn-lt"/>
          <a:ea typeface="+mn-ea"/>
          <a:cs typeface="+mn-cs"/>
        </a:defRPr>
      </a:lvl8pPr>
      <a:lvl9pPr marL="2571396" algn="l" defTabSz="642849" rtl="0" eaLnBrk="1" latinLnBrk="0" hangingPunct="1">
        <a:defRPr sz="13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hyperlink" Target="mailto:Help@BrentOzar.com" TargetMode="External"/><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23ADCD-D111-3A45-A253-CB80FB57A4D9}"/>
              </a:ext>
            </a:extLst>
          </p:cNvPr>
          <p:cNvSpPr>
            <a:spLocks noGrp="1"/>
          </p:cNvSpPr>
          <p:nvPr>
            <p:ph type="title"/>
          </p:nvPr>
        </p:nvSpPr>
        <p:spPr/>
        <p:txBody>
          <a:bodyPr/>
          <a:lstStyle/>
          <a:p>
            <a:r>
              <a:rPr lang="en-US" dirty="0"/>
              <a:t>How to Monitor </a:t>
            </a:r>
            <a:r>
              <a:rPr lang="en-US" dirty="0" err="1"/>
              <a:t>TempDB</a:t>
            </a:r>
            <a:endParaRPr lang="en-US" dirty="0"/>
          </a:p>
        </p:txBody>
      </p:sp>
      <p:sp>
        <p:nvSpPr>
          <p:cNvPr id="3" name="Content Placeholder 2">
            <a:extLst>
              <a:ext uri="{FF2B5EF4-FFF2-40B4-BE49-F238E27FC236}">
                <a16:creationId xmlns:a16="http://schemas.microsoft.com/office/drawing/2014/main" id="{1DECF8D5-4EAB-0747-AAFC-8DA0D346B7DD}"/>
              </a:ext>
            </a:extLst>
          </p:cNvPr>
          <p:cNvSpPr>
            <a:spLocks noGrp="1"/>
          </p:cNvSpPr>
          <p:nvPr>
            <p:ph sz="quarter" idx="10"/>
          </p:nvPr>
        </p:nvSpPr>
        <p:spPr/>
        <p:txBody>
          <a:bodyPr/>
          <a:lstStyle/>
          <a:p>
            <a:endParaRPr lang="en-US"/>
          </a:p>
        </p:txBody>
      </p:sp>
    </p:spTree>
    <p:extLst>
      <p:ext uri="{BB962C8B-B14F-4D97-AF65-F5344CB8AC3E}">
        <p14:creationId xmlns:p14="http://schemas.microsoft.com/office/powerpoint/2010/main" val="26780337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39C0B1E-4277-1E41-9366-8CA6A24C0EF8}"/>
              </a:ext>
            </a:extLst>
          </p:cNvPr>
          <p:cNvSpPr>
            <a:spLocks noGrp="1"/>
          </p:cNvSpPr>
          <p:nvPr>
            <p:ph type="title"/>
          </p:nvPr>
        </p:nvSpPr>
        <p:spPr/>
        <p:txBody>
          <a:bodyPr/>
          <a:lstStyle/>
          <a:p>
            <a:r>
              <a:rPr lang="en-US" dirty="0"/>
              <a:t>What we need to monitor</a:t>
            </a:r>
          </a:p>
        </p:txBody>
      </p:sp>
      <p:sp>
        <p:nvSpPr>
          <p:cNvPr id="4" name="Content Placeholder 3">
            <a:extLst>
              <a:ext uri="{FF2B5EF4-FFF2-40B4-BE49-F238E27FC236}">
                <a16:creationId xmlns:a16="http://schemas.microsoft.com/office/drawing/2014/main" id="{7419B4D4-B691-F34B-B678-A3D761993F10}"/>
              </a:ext>
            </a:extLst>
          </p:cNvPr>
          <p:cNvSpPr>
            <a:spLocks noGrp="1"/>
          </p:cNvSpPr>
          <p:nvPr>
            <p:ph idx="1"/>
          </p:nvPr>
        </p:nvSpPr>
        <p:spPr/>
        <p:txBody>
          <a:bodyPr/>
          <a:lstStyle/>
          <a:p>
            <a:r>
              <a:rPr lang="en-US" dirty="0"/>
              <a:t>Does it have enough capacity?</a:t>
            </a:r>
            <a:br>
              <a:rPr lang="en-US" dirty="0"/>
            </a:br>
            <a:r>
              <a:rPr lang="en-US" dirty="0"/>
              <a:t>If not, what’s using the space?</a:t>
            </a:r>
          </a:p>
          <a:p>
            <a:r>
              <a:rPr lang="en-US" dirty="0"/>
              <a:t>Are the pages in memory fast enough?</a:t>
            </a:r>
            <a:br>
              <a:rPr lang="en-US" dirty="0"/>
            </a:br>
            <a:r>
              <a:rPr lang="en-US" dirty="0"/>
              <a:t>If not, do we need more files, and why?</a:t>
            </a:r>
          </a:p>
          <a:p>
            <a:r>
              <a:rPr lang="en-US" dirty="0"/>
              <a:t>Are the pages on disk fast enough?</a:t>
            </a:r>
          </a:p>
          <a:p>
            <a:r>
              <a:rPr lang="en-US" dirty="0"/>
              <a:t>I demoed it with scripts, but the tool</a:t>
            </a:r>
            <a:br>
              <a:rPr lang="en-US" dirty="0"/>
            </a:br>
            <a:r>
              <a:rPr lang="en-US" dirty="0"/>
              <a:t>you use to save the data may vary.</a:t>
            </a:r>
          </a:p>
        </p:txBody>
      </p:sp>
    </p:spTree>
    <p:extLst>
      <p:ext uri="{BB962C8B-B14F-4D97-AF65-F5344CB8AC3E}">
        <p14:creationId xmlns:p14="http://schemas.microsoft.com/office/powerpoint/2010/main" val="15349911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DDCB9B-C06B-5A44-985F-449AD6715BB4}"/>
              </a:ext>
            </a:extLst>
          </p:cNvPr>
          <p:cNvSpPr>
            <a:spLocks noGrp="1"/>
          </p:cNvSpPr>
          <p:nvPr>
            <p:ph type="title"/>
          </p:nvPr>
        </p:nvSpPr>
        <p:spPr/>
        <p:txBody>
          <a:bodyPr/>
          <a:lstStyle/>
          <a:p>
            <a:r>
              <a:rPr lang="en-US" dirty="0"/>
              <a:t>Common monitoring tools</a:t>
            </a:r>
          </a:p>
        </p:txBody>
      </p:sp>
      <p:sp>
        <p:nvSpPr>
          <p:cNvPr id="3" name="Content Placeholder 2">
            <a:extLst>
              <a:ext uri="{FF2B5EF4-FFF2-40B4-BE49-F238E27FC236}">
                <a16:creationId xmlns:a16="http://schemas.microsoft.com/office/drawing/2014/main" id="{AE3E1D5A-E413-B147-83B8-1E5C7433AF1D}"/>
              </a:ext>
            </a:extLst>
          </p:cNvPr>
          <p:cNvSpPr>
            <a:spLocks noGrp="1"/>
          </p:cNvSpPr>
          <p:nvPr>
            <p:ph idx="1"/>
          </p:nvPr>
        </p:nvSpPr>
        <p:spPr/>
        <p:txBody>
          <a:bodyPr/>
          <a:lstStyle/>
          <a:p>
            <a:r>
              <a:rPr lang="en-US" dirty="0"/>
              <a:t>Quest Spotlight</a:t>
            </a:r>
          </a:p>
          <a:p>
            <a:r>
              <a:rPr lang="en-US" dirty="0" err="1"/>
              <a:t>SentryOne</a:t>
            </a:r>
            <a:r>
              <a:rPr lang="en-US" dirty="0"/>
              <a:t> SQL Sentry</a:t>
            </a:r>
          </a:p>
          <a:p>
            <a:r>
              <a:rPr lang="en-US" dirty="0" err="1"/>
              <a:t>Idera</a:t>
            </a:r>
            <a:r>
              <a:rPr lang="en-US" dirty="0"/>
              <a:t> SQL DM</a:t>
            </a:r>
          </a:p>
          <a:p>
            <a:r>
              <a:rPr lang="en-US" dirty="0"/>
              <a:t>Red Gate SQL Monitor</a:t>
            </a:r>
          </a:p>
          <a:p>
            <a:r>
              <a:rPr lang="en-US" dirty="0" err="1"/>
              <a:t>Solarwinds</a:t>
            </a:r>
            <a:r>
              <a:rPr lang="en-US" dirty="0"/>
              <a:t> DPA</a:t>
            </a:r>
          </a:p>
        </p:txBody>
      </p:sp>
    </p:spTree>
    <p:extLst>
      <p:ext uri="{BB962C8B-B14F-4D97-AF65-F5344CB8AC3E}">
        <p14:creationId xmlns:p14="http://schemas.microsoft.com/office/powerpoint/2010/main" val="39392750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E101E5-2CAC-1041-844A-E2826A4A7302}"/>
              </a:ext>
            </a:extLst>
          </p:cNvPr>
          <p:cNvSpPr>
            <a:spLocks noGrp="1"/>
          </p:cNvSpPr>
          <p:nvPr>
            <p:ph type="title"/>
          </p:nvPr>
        </p:nvSpPr>
        <p:spPr/>
        <p:txBody>
          <a:bodyPr/>
          <a:lstStyle/>
          <a:p>
            <a:r>
              <a:rPr lang="en-US" dirty="0"/>
              <a:t>How to use them</a:t>
            </a:r>
          </a:p>
        </p:txBody>
      </p:sp>
      <p:sp>
        <p:nvSpPr>
          <p:cNvPr id="3" name="Content Placeholder 2">
            <a:extLst>
              <a:ext uri="{FF2B5EF4-FFF2-40B4-BE49-F238E27FC236}">
                <a16:creationId xmlns:a16="http://schemas.microsoft.com/office/drawing/2014/main" id="{27AA7586-E982-C747-940E-865686AB95C9}"/>
              </a:ext>
            </a:extLst>
          </p:cNvPr>
          <p:cNvSpPr>
            <a:spLocks noGrp="1"/>
          </p:cNvSpPr>
          <p:nvPr>
            <p:ph idx="1"/>
          </p:nvPr>
        </p:nvSpPr>
        <p:spPr/>
        <p:txBody>
          <a:bodyPr/>
          <a:lstStyle/>
          <a:p>
            <a:r>
              <a:rPr lang="en-US" dirty="0"/>
              <a:t>Review the list of </a:t>
            </a:r>
            <a:r>
              <a:rPr lang="en-US" dirty="0" err="1"/>
              <a:t>TempDB</a:t>
            </a:r>
            <a:r>
              <a:rPr lang="en-US" dirty="0"/>
              <a:t> things to track</a:t>
            </a:r>
          </a:p>
          <a:p>
            <a:r>
              <a:rPr lang="en-US" dirty="0"/>
              <a:t>Review the tool’s thresholds</a:t>
            </a:r>
          </a:p>
          <a:p>
            <a:r>
              <a:rPr lang="en-US" dirty="0"/>
              <a:t>Configure email alerting in a way</a:t>
            </a:r>
            <a:br>
              <a:rPr lang="en-US" dirty="0"/>
            </a:br>
            <a:r>
              <a:rPr lang="en-US" dirty="0"/>
              <a:t>that gives you time to react,</a:t>
            </a:r>
            <a:br>
              <a:rPr lang="en-US" dirty="0"/>
            </a:br>
            <a:r>
              <a:rPr lang="en-US" dirty="0"/>
              <a:t>but minimizes false alarms</a:t>
            </a:r>
          </a:p>
          <a:p>
            <a:r>
              <a:rPr lang="en-US" dirty="0"/>
              <a:t>Don’t set up rules to folder-</a:t>
            </a:r>
            <a:r>
              <a:rPr lang="en-US" dirty="0" err="1"/>
              <a:t>ize</a:t>
            </a:r>
            <a:r>
              <a:rPr lang="en-US" dirty="0"/>
              <a:t> emails</a:t>
            </a:r>
          </a:p>
        </p:txBody>
      </p:sp>
    </p:spTree>
    <p:extLst>
      <p:ext uri="{BB962C8B-B14F-4D97-AF65-F5344CB8AC3E}">
        <p14:creationId xmlns:p14="http://schemas.microsoft.com/office/powerpoint/2010/main" val="25574854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You can do this.</a:t>
            </a:r>
          </a:p>
        </p:txBody>
      </p:sp>
      <p:sp>
        <p:nvSpPr>
          <p:cNvPr id="4" name="Content Placeholder 3"/>
          <p:cNvSpPr>
            <a:spLocks noGrp="1"/>
          </p:cNvSpPr>
          <p:nvPr>
            <p:ph idx="1"/>
          </p:nvPr>
        </p:nvSpPr>
        <p:spPr/>
        <p:txBody>
          <a:bodyPr/>
          <a:lstStyle/>
          <a:p>
            <a:pPr lvl="0"/>
            <a:r>
              <a:rPr lang="en-US" dirty="0"/>
              <a:t>For questions, leave comments on</a:t>
            </a:r>
            <a:br>
              <a:rPr lang="en-US" dirty="0"/>
            </a:br>
            <a:r>
              <a:rPr lang="en-US" dirty="0"/>
              <a:t>the relevant module.</a:t>
            </a:r>
          </a:p>
          <a:p>
            <a:pPr lvl="0"/>
            <a:r>
              <a:rPr lang="en-US" dirty="0"/>
              <a:t>For private help after the class, </a:t>
            </a:r>
            <a:br>
              <a:rPr lang="en-US" dirty="0"/>
            </a:br>
            <a:r>
              <a:rPr lang="en-US" dirty="0"/>
              <a:t>email </a:t>
            </a:r>
            <a:r>
              <a:rPr lang="en-US" dirty="0">
                <a:hlinkClick r:id="rId3"/>
              </a:rPr>
              <a:t>Help@BrentOzar.com</a:t>
            </a:r>
            <a:r>
              <a:rPr lang="en-US" dirty="0"/>
              <a:t> with:</a:t>
            </a:r>
          </a:p>
          <a:p>
            <a:pPr lvl="1"/>
            <a:r>
              <a:rPr lang="en-US" dirty="0"/>
              <a:t>A note that you were in this class</a:t>
            </a:r>
          </a:p>
          <a:p>
            <a:pPr lvl="1"/>
            <a:r>
              <a:rPr lang="en-US" dirty="0" err="1"/>
              <a:t>sp_Blitz</a:t>
            </a:r>
            <a:r>
              <a:rPr lang="en-US" dirty="0"/>
              <a:t> @</a:t>
            </a:r>
            <a:r>
              <a:rPr lang="en-US" dirty="0" err="1"/>
              <a:t>CheckServerInfo</a:t>
            </a:r>
            <a:r>
              <a:rPr lang="en-US" dirty="0"/>
              <a:t> = 1</a:t>
            </a:r>
          </a:p>
          <a:p>
            <a:pPr lvl="1"/>
            <a:r>
              <a:rPr lang="en-US" dirty="0"/>
              <a:t>sp_BlitzFirst @SinceStartup= 1</a:t>
            </a:r>
          </a:p>
          <a:p>
            <a:endParaRPr lang="en-US" dirty="0"/>
          </a:p>
        </p:txBody>
      </p:sp>
    </p:spTree>
    <p:extLst>
      <p:ext uri="{BB962C8B-B14F-4D97-AF65-F5344CB8AC3E}">
        <p14:creationId xmlns:p14="http://schemas.microsoft.com/office/powerpoint/2010/main" val="40373842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500836" y="457200"/>
            <a:ext cx="5255072" cy="3546221"/>
          </a:xfrm>
        </p:spPr>
        <p:txBody>
          <a:bodyPr/>
          <a:lstStyle/>
          <a:p>
            <a:r>
              <a:rPr lang="en-US" sz="2000" dirty="0">
                <a:solidFill>
                  <a:schemeClr val="tx1"/>
                </a:solidFill>
              </a:rPr>
              <a:t>Slides, scripts, and videos: </a:t>
            </a:r>
            <a:r>
              <a:rPr lang="en-US" sz="2000" dirty="0" err="1">
                <a:solidFill>
                  <a:schemeClr val="tx1"/>
                </a:solidFill>
              </a:rPr>
              <a:t>BrentOzar.com</a:t>
            </a:r>
            <a:r>
              <a:rPr lang="en-US" sz="2000" dirty="0">
                <a:solidFill>
                  <a:schemeClr val="tx1"/>
                </a:solidFill>
              </a:rPr>
              <a:t>/go/</a:t>
            </a:r>
            <a:r>
              <a:rPr lang="en-US" sz="2000">
                <a:solidFill>
                  <a:schemeClr val="tx1"/>
                </a:solidFill>
              </a:rPr>
              <a:t>tempfun</a:t>
            </a:r>
            <a:br>
              <a:rPr lang="en-US" sz="2000" dirty="0">
                <a:solidFill>
                  <a:schemeClr val="tx1"/>
                </a:solidFill>
              </a:rPr>
            </a:br>
            <a:br>
              <a:rPr lang="en-US" sz="4400" dirty="0">
                <a:solidFill>
                  <a:schemeClr val="tx1"/>
                </a:solidFill>
              </a:rPr>
            </a:br>
            <a:r>
              <a:rPr lang="en-US" sz="2400" dirty="0">
                <a:solidFill>
                  <a:schemeClr val="tx1"/>
                </a:solidFill>
              </a:rPr>
              <a:t>Thanks, and I hope you </a:t>
            </a:r>
            <a:br>
              <a:rPr lang="en-US" sz="2400" dirty="0">
                <a:solidFill>
                  <a:schemeClr val="tx1"/>
                </a:solidFill>
              </a:rPr>
            </a:br>
            <a:r>
              <a:rPr lang="en-US" sz="2400" dirty="0">
                <a:solidFill>
                  <a:schemeClr val="tx1"/>
                </a:solidFill>
              </a:rPr>
              <a:t>had a great time!</a:t>
            </a:r>
          </a:p>
        </p:txBody>
      </p:sp>
      <p:pic>
        <p:nvPicPr>
          <p:cNvPr id="6" name="Picture 5"/>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755908" y="193068"/>
            <a:ext cx="2837367" cy="4315163"/>
          </a:xfrm>
          <a:prstGeom prst="rect">
            <a:avLst/>
          </a:prstGeom>
        </p:spPr>
      </p:pic>
    </p:spTree>
    <p:extLst>
      <p:ext uri="{BB962C8B-B14F-4D97-AF65-F5344CB8AC3E}">
        <p14:creationId xmlns:p14="http://schemas.microsoft.com/office/powerpoint/2010/main" val="307064462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Brent Ozar Unlimited - Widescreen">
  <a:themeElements>
    <a:clrScheme name="Custom 3">
      <a:dk1>
        <a:sysClr val="windowText" lastClr="000000"/>
      </a:dk1>
      <a:lt1>
        <a:sysClr val="window" lastClr="FFFFFF"/>
      </a:lt1>
      <a:dk2>
        <a:srgbClr val="000000"/>
      </a:dk2>
      <a:lt2>
        <a:srgbClr val="EEECE1"/>
      </a:lt2>
      <a:accent1>
        <a:srgbClr val="191919"/>
      </a:accent1>
      <a:accent2>
        <a:srgbClr val="ED1C24"/>
      </a:accent2>
      <a:accent3>
        <a:srgbClr val="66CCFF"/>
      </a:accent3>
      <a:accent4>
        <a:srgbClr val="FFCC66"/>
      </a:accent4>
      <a:accent5>
        <a:srgbClr val="666666"/>
      </a:accent5>
      <a:accent6>
        <a:srgbClr val="B3B3B3"/>
      </a:accent6>
      <a:hlink>
        <a:srgbClr val="ED1C24"/>
      </a:hlink>
      <a:folHlink>
        <a:srgbClr val="ED1C24"/>
      </a:folHlink>
    </a:clrScheme>
    <a:fontScheme name="Office 2">
      <a:majorFont>
        <a:latin typeface="SweetSansPro Bold"/>
        <a:ea typeface=""/>
        <a:cs typeface=""/>
        <a:font script="Jpan" typeface="ＭＳ 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SweetSansPro"/>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2"/>
        </a:solidFill>
        <a:ln w="25400" cap="flat" cmpd="sng" algn="ctr">
          <a:no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a:spPr>
      <a:bodyPr vert="horz" wrap="square" lIns="91440" tIns="45720" rIns="91440" bIns="45720" numCol="1" rtlCol="0"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sz="2000" b="0" i="0" u="none" strike="noStrike" cap="none" normalizeH="0" baseline="0" dirty="0" smtClean="0">
            <a:ln>
              <a:noFill/>
            </a:ln>
            <a:solidFill>
              <a:schemeClr val="bg1"/>
            </a:solidFill>
            <a:effectLst/>
            <a:latin typeface="Sweet Sans Pro" panose="02000000000000000000" pitchFamily="2" charset="77"/>
            <a:ea typeface="ヒラギノ角ゴ ProN W3" charset="0"/>
            <a:cs typeface="Sweet Sans Pro" panose="02000000000000000000" pitchFamily="2" charset="77"/>
            <a:sym typeface="GillSans" charset="0"/>
          </a:defRPr>
        </a:defPPr>
      </a:lstStyle>
    </a:spDef>
    <a:lnDef>
      <a:spPr bwMode="auto">
        <a:xfrm>
          <a:off x="0" y="0"/>
          <a:ext cx="1" cy="1"/>
        </a:xfrm>
        <a:custGeom>
          <a:avLst/>
          <a:gdLst/>
          <a:ahLst/>
          <a:cxnLst/>
          <a:rect l="0" t="0" r="0" b="0"/>
          <a:pathLst/>
        </a:custGeom>
        <a:blipFill dpi="0" rotWithShape="0">
          <a:blip xmlns:r="http://schemas.openxmlformats.org/officeDocument/2006/relationships" r:embed="rId1"/>
          <a:srcRect/>
          <a:tile tx="0" ty="0" sx="100000" sy="100000" flip="none" algn="tl"/>
        </a:blipFill>
        <a:ln w="25400" cap="flat" cmpd="sng" algn="ctr">
          <a:solidFill>
            <a:srgbClr val="000000"/>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4200" b="0" i="0" u="none" strike="noStrike" cap="none" normalizeH="0" baseline="0" smtClean="0">
            <a:ln>
              <a:noFill/>
            </a:ln>
            <a:solidFill>
              <a:srgbClr val="000000"/>
            </a:solidFill>
            <a:effectLst/>
            <a:latin typeface="GillSans" charset="0"/>
            <a:ea typeface="ヒラギノ角ゴ ProN W3" charset="0"/>
            <a:cs typeface="ヒラギノ角ゴ ProN W3" charset="0"/>
            <a:sym typeface="GillSans" charset="0"/>
          </a:defRPr>
        </a:defPPr>
      </a:lstStyle>
    </a:lnDef>
  </a:objectDefaults>
  <a:extraClrSchemeLst>
    <a:extraClrScheme>
      <a:clrScheme name="internal slid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Presentation2" id="{9C4E6702-E143-9540-BADC-2E84E1538D6F}" vid="{EB20436F-61F0-7041-AFE2-C95D2827E1F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Brent Ozar Unlimited - Widescreen</Template>
  <TotalTime>105</TotalTime>
  <Words>255</Words>
  <Application>Microsoft Macintosh PowerPoint</Application>
  <PresentationFormat>On-screen Show (16:9)</PresentationFormat>
  <Paragraphs>32</Paragraphs>
  <Slides>6</Slides>
  <Notes>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vt:i4>
      </vt:variant>
    </vt:vector>
  </HeadingPairs>
  <TitlesOfParts>
    <vt:vector size="11" baseType="lpstr">
      <vt:lpstr>Arial</vt:lpstr>
      <vt:lpstr>Sweet Sans Pro</vt:lpstr>
      <vt:lpstr>Sweet Sans Pro Medium</vt:lpstr>
      <vt:lpstr>SweetSansPro Medium</vt:lpstr>
      <vt:lpstr>Brent Ozar Unlimited - Widescreen</vt:lpstr>
      <vt:lpstr>How to Monitor TempDB</vt:lpstr>
      <vt:lpstr>What we need to monitor</vt:lpstr>
      <vt:lpstr>Common monitoring tools</vt:lpstr>
      <vt:lpstr>How to use them</vt:lpstr>
      <vt:lpstr>You can do this.</vt:lpstr>
      <vt:lpstr>Slides, scripts, and videos: BrentOzar.com/go/tempfun  Thanks, and I hope you  had a great time!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Configuring TempDB</dc:title>
  <dc:creator>Brent Ozar</dc:creator>
  <cp:lastModifiedBy>Brent Ozar</cp:lastModifiedBy>
  <cp:revision>27</cp:revision>
  <cp:lastPrinted>2020-12-06T17:25:22Z</cp:lastPrinted>
  <dcterms:created xsi:type="dcterms:W3CDTF">2020-07-13T21:48:58Z</dcterms:created>
  <dcterms:modified xsi:type="dcterms:W3CDTF">2021-01-24T05:27:19Z</dcterms:modified>
</cp:coreProperties>
</file>